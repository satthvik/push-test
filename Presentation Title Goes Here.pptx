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96" r:id="rId2"/>
    <p:sldId id="265" r:id="rId3"/>
    <p:sldId id="301" r:id="rId4"/>
    <p:sldId id="273" r:id="rId5"/>
    <p:sldId id="311" r:id="rId6"/>
  </p:sldIdLst>
  <p:sldSz cx="12188825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7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6DA210-FB5B-4158-B5E0-FEB733F419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44" autoAdjust="0"/>
  </p:normalViewPr>
  <p:slideViewPr>
    <p:cSldViewPr snapToGrid="0" snapToObjects="1" showGuides="1">
      <p:cViewPr varScale="1">
        <p:scale>
          <a:sx n="74" d="100"/>
          <a:sy n="74" d="100"/>
        </p:scale>
        <p:origin x="376" y="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8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77" d="100"/>
          <a:sy n="77" d="100"/>
        </p:scale>
        <p:origin x="2486" y="5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6968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6968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AC63D-F643-4AC4-8FDC-9825A75701D8}" type="slidenum">
              <a:rPr sz="80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2735066487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 cap="all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724383D-47EA-45CB-930A-8D57FFD0FCC3}" type="datetime2">
              <a:rPr lang="en-US"/>
              <a:pPr/>
              <a:t>Friday, March 27, 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6968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cap="none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6968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A177954-F820-4125-B6DD-F07DB14523E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58422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118872" indent="-118872" algn="l" defTabSz="914400" rtl="0" eaLnBrk="1" latinLnBrk="0" hangingPunct="1">
      <a:spcBef>
        <a:spcPts val="600"/>
      </a:spcBef>
      <a:buClr>
        <a:schemeClr val="accent1"/>
      </a:buClr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3774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7490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02920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612648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31520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50392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96926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088136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241AA-09A3-4189-A2B1-EECDE5E6F0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562C1-2EEB-40AD-BDB0-BE705B0A7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18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94DBA-BD60-4DCC-838F-7B45B76DF7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A044E-F456-4D32-AA63-FD12E4990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93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2C2EA-4304-4CAF-92F8-E2DD13277C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5CA41-DCEF-4D8D-B71B-26410A05A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36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Helvetica"/>
              <a:ea typeface="MS PGothic" pitchFamily="34" charset="-128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7C2037-C53E-4286-B930-A699E811E6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3705F-4D45-491D-AF50-4ACF60490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68D2B5-E20C-4553-958E-D2F1B030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893"/>
            <a:ext cx="12188824" cy="6856214"/>
          </a:xfrm>
          <a:prstGeom prst="rect">
            <a:avLst/>
          </a:prstGeom>
        </p:spPr>
      </p:pic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8302E94-062D-4621-A76E-5ED3F24C4DBA}"/>
              </a:ext>
            </a:extLst>
          </p:cNvPr>
          <p:cNvSpPr/>
          <p:nvPr/>
        </p:nvSpPr>
        <p:spPr>
          <a:xfrm rot="16200000">
            <a:off x="7516268" y="2185443"/>
            <a:ext cx="3300404" cy="6044711"/>
          </a:xfrm>
          <a:prstGeom prst="rtTriangle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3C277-7C82-4D41-9C0E-D44E171F00F8}"/>
              </a:ext>
            </a:extLst>
          </p:cNvPr>
          <p:cNvSpPr/>
          <p:nvPr/>
        </p:nvSpPr>
        <p:spPr>
          <a:xfrm>
            <a:off x="379413" y="3200400"/>
            <a:ext cx="9413516" cy="3657600"/>
          </a:xfrm>
          <a:prstGeom prst="rect">
            <a:avLst/>
          </a:prstGeom>
          <a:solidFill>
            <a:srgbClr val="347DA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235CE8-CDFE-43FA-A1AE-8F391B192A89}"/>
              </a:ext>
            </a:extLst>
          </p:cNvPr>
          <p:cNvSpPr txBox="1"/>
          <p:nvPr/>
        </p:nvSpPr>
        <p:spPr>
          <a:xfrm>
            <a:off x="800098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>
                <a:ln>
                  <a:noFill/>
                </a:ln>
                <a:solidFill>
                  <a:srgbClr val="B8E5F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Applied Materials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098" y="3557595"/>
            <a:ext cx="8599008" cy="1709016"/>
          </a:xfrm>
        </p:spPr>
        <p:txBody>
          <a:bodyPr anchor="b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800098" y="5462422"/>
            <a:ext cx="8599008" cy="1111964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0" i="0" baseline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solidFill>
                  <a:schemeClr val="bg1"/>
                </a:solidFill>
              </a:defRPr>
            </a:lvl3pPr>
            <a:lvl4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4pPr>
            <a:lvl5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5pPr>
            <a:lvl6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6pPr>
            <a:lvl7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7pPr>
            <a:lvl8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8pPr>
            <a:lvl9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dirty="0"/>
              <a:t>Presenter’s Name, Title, Company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36CE84-9425-B367-7AA7-788ED414F4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2164" y="5991642"/>
            <a:ext cx="1600200" cy="5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3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0E68D2B5-E20C-4553-958E-D2F1B030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8302E94-062D-4621-A76E-5ED3F24C4DBA}"/>
              </a:ext>
            </a:extLst>
          </p:cNvPr>
          <p:cNvSpPr/>
          <p:nvPr/>
        </p:nvSpPr>
        <p:spPr>
          <a:xfrm rot="16200000">
            <a:off x="7516268" y="2185443"/>
            <a:ext cx="3300404" cy="6044711"/>
          </a:xfrm>
          <a:prstGeom prst="rtTriangle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3C277-7C82-4D41-9C0E-D44E171F00F8}"/>
              </a:ext>
            </a:extLst>
          </p:cNvPr>
          <p:cNvSpPr/>
          <p:nvPr/>
        </p:nvSpPr>
        <p:spPr>
          <a:xfrm>
            <a:off x="379413" y="3200400"/>
            <a:ext cx="9413516" cy="3657600"/>
          </a:xfrm>
          <a:prstGeom prst="rect">
            <a:avLst/>
          </a:prstGeom>
          <a:solidFill>
            <a:srgbClr val="347DA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235CE8-CDFE-43FA-A1AE-8F391B192A89}"/>
              </a:ext>
            </a:extLst>
          </p:cNvPr>
          <p:cNvSpPr txBox="1"/>
          <p:nvPr/>
        </p:nvSpPr>
        <p:spPr>
          <a:xfrm>
            <a:off x="800098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>
                <a:ln>
                  <a:noFill/>
                </a:ln>
                <a:solidFill>
                  <a:srgbClr val="B8E5F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Applied Materials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098" y="3557595"/>
            <a:ext cx="8599008" cy="1709016"/>
          </a:xfrm>
        </p:spPr>
        <p:txBody>
          <a:bodyPr anchor="b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800098" y="5462422"/>
            <a:ext cx="8599008" cy="1111964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0" i="0" baseline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solidFill>
                  <a:schemeClr val="bg1"/>
                </a:solidFill>
              </a:defRPr>
            </a:lvl3pPr>
            <a:lvl4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4pPr>
            <a:lvl5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5pPr>
            <a:lvl6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6pPr>
            <a:lvl7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7pPr>
            <a:lvl8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8pPr>
            <a:lvl9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dirty="0"/>
              <a:t>Presenter’s Name, Title, Company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08F58F7-012C-DACF-72DD-FA8195EC4F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2164" y="5991642"/>
            <a:ext cx="1600200" cy="5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9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4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o not remove" hidden="1">
            <a:extLst>
              <a:ext uri="{FF2B5EF4-FFF2-40B4-BE49-F238E27FC236}">
                <a16:creationId xmlns:a16="http://schemas.microsoft.com/office/drawing/2014/main" id="{686887B7-29DB-4569-8207-57C9B0F1F7F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92CC1BA-5927-4016-85C4-2298B9EFFE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4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CB32DB3-6DFB-4790-9538-9B738D768DB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C68E0C9-6F6D-4AAA-8143-BB2F4E03A3F6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932093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3267286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460248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</p:spTree>
    <p:extLst>
      <p:ext uri="{BB962C8B-B14F-4D97-AF65-F5344CB8AC3E}">
        <p14:creationId xmlns:p14="http://schemas.microsoft.com/office/powerpoint/2010/main" val="298312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5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042F29AC-86EC-4704-B669-E6A697DD9F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F6E76899-612A-4B0D-AD9B-1D8ABB571B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74CF12-2D38-43A2-A259-F9D64CBE16C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EED7AA-48EB-45B7-9103-BFDDB43DD0AF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665666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734432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803198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871965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</p:spTree>
    <p:extLst>
      <p:ext uri="{BB962C8B-B14F-4D97-AF65-F5344CB8AC3E}">
        <p14:creationId xmlns:p14="http://schemas.microsoft.com/office/powerpoint/2010/main" val="427233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6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F6CCDC1A-9748-4794-8DC7-1B3B438C94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1CE8BF-F944-4E15-B97A-B0718ECC8F18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FB6483-6E04-4981-ACFC-A704ACC29D79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488489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380078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271667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163256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69F98F5-4326-4FC2-9677-90BB63A77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7064" y="5054845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6</a:t>
            </a:r>
          </a:p>
        </p:txBody>
      </p:sp>
    </p:spTree>
    <p:extLst>
      <p:ext uri="{BB962C8B-B14F-4D97-AF65-F5344CB8AC3E}">
        <p14:creationId xmlns:p14="http://schemas.microsoft.com/office/powerpoint/2010/main" val="89850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287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- Abs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EBD8D8F-BB55-4F1C-9C0C-83338AE14C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95" r="4695" b="6343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0850A4E-57A2-43FD-9D08-037B855D654C}"/>
              </a:ext>
            </a:extLst>
          </p:cNvPr>
          <p:cNvSpPr/>
          <p:nvPr/>
        </p:nvSpPr>
        <p:spPr>
          <a:xfrm>
            <a:off x="0" y="0"/>
            <a:ext cx="12188825" cy="64008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390775"/>
            <a:ext cx="8565574" cy="2701561"/>
          </a:xfrm>
        </p:spPr>
        <p:txBody>
          <a:bodyPr anchor="b"/>
          <a:lstStyle>
            <a:lvl1pPr algn="l">
              <a:defRPr sz="36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5092336"/>
            <a:ext cx="8565574" cy="1050925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320" y="6577142"/>
            <a:ext cx="729445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100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8502" y="886123"/>
            <a:ext cx="5596128" cy="5240043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19" y="886123"/>
            <a:ext cx="5596128" cy="5240043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4318" y="178814"/>
            <a:ext cx="11640312" cy="584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019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20527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19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4319" y="178814"/>
            <a:ext cx="11631168" cy="584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8166735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15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10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E7F0771-E0A2-4CF6-BA71-EFE15A5096A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573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-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72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DDFBE5A0-DE6D-4B60-823C-8BF1716BF47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12188824" cy="6400800"/>
          </a:xfrm>
          <a:prstGeom prst="rect">
            <a:avLst/>
          </a:prstGeom>
          <a:solidFill>
            <a:srgbClr val="8B8D8E"/>
          </a:solidFill>
        </p:spPr>
        <p:txBody>
          <a:bodyPr tIns="2286000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6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ackground pattern&#10;&#10;Description automatically generated">
            <a:extLst>
              <a:ext uri="{FF2B5EF4-FFF2-40B4-BE49-F238E27FC236}">
                <a16:creationId xmlns:a16="http://schemas.microsoft.com/office/drawing/2014/main" id="{BE7273BA-12B1-4FD7-83C6-354C61D8E3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/>
          <a:srcRect t="-1" b="-13"/>
          <a:stretch/>
        </p:blipFill>
        <p:spPr>
          <a:xfrm>
            <a:off x="0" y="893"/>
            <a:ext cx="12188825" cy="685710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A8B9D3E-E278-43A0-A9E2-025CA1E88C25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29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D5AC3B0-B55D-0068-28BF-6F06631541E1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2" name="Graphic 2">
              <a:extLst>
                <a:ext uri="{FF2B5EF4-FFF2-40B4-BE49-F238E27FC236}">
                  <a16:creationId xmlns:a16="http://schemas.microsoft.com/office/drawing/2014/main" id="{3BA0CFAE-60C4-0131-0CAA-72C6A7BE8402}"/>
                </a:ext>
              </a:extLst>
            </p:cNvPr>
            <p:cNvGrpSpPr/>
            <p:nvPr userDrawn="1"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chemeClr val="bg1"/>
            </a:solidFill>
          </p:grpSpPr>
          <p:grpSp>
            <p:nvGrpSpPr>
              <p:cNvPr id="3" name="Graphic 2">
                <a:extLst>
                  <a:ext uri="{FF2B5EF4-FFF2-40B4-BE49-F238E27FC236}">
                    <a16:creationId xmlns:a16="http://schemas.microsoft.com/office/drawing/2014/main" id="{1B4973E1-0DFE-D182-0D58-784FD9B7CE5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grpFill/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18C1FFEA-9224-3214-2F17-D79FD6B700DF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7BC91C0-6353-6C1D-9611-A7BFD2C4302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CED1BFA-0FEC-BA97-F80C-B19AA20FC342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239A08C-38C5-04E4-13B4-5643FFC59D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EEAC925-2204-1B64-EDC8-32F4901724BC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AD7DDE37-97CD-828B-A797-FE6722E03E1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A1CE4EA-260C-34D9-01AD-5A9CF8B1794B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BA5FCA47-7D29-D53E-7730-CB3E969090FB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18BCD4A-0D81-0FDA-C11D-54624DCC70DB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3F54EF4-546D-8200-068C-A8B1952FB585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F567DBA-B502-5A54-A8E6-59490A8FDAE3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37D7D065-7E79-2771-56B8-4F69CFBB7B26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EC76B209-1181-16E9-E852-970FE69A5447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7B28C3A-AD76-88AB-FEF0-5B140EFB7306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EAEBC0A-3CF6-18C9-3276-B8F4FB78E61C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DAC17CA0-5C5C-664F-F485-ED1475502043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A0150B1-3AEA-7258-37D5-B7D015A8C1A3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985FD687-3219-ECFD-293D-92C5531D1456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" name="Graphic 2">
                <a:extLst>
                  <a:ext uri="{FF2B5EF4-FFF2-40B4-BE49-F238E27FC236}">
                    <a16:creationId xmlns:a16="http://schemas.microsoft.com/office/drawing/2014/main" id="{EC7FB7CB-410F-108C-E60E-75F117C2379E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B5CBC0B5-BB7B-B84E-B8A0-88AD7B3F5E1C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4CDB8667-F196-CC32-67FD-B58007972AC6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B123C20D-5B1A-BAF2-ADBE-1787CA6253F2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9127E0E4-BB61-B825-0706-1D36D6AC2922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F2FBDA0-1FC3-1C02-46BE-1D05B8051F3E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673F2A9E-1194-8C0A-3950-23888C5C190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48578114-AE8E-7FAC-61D5-431F4393217A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5736CE7C-09C7-BE23-ABA6-1B23498C65D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6340AE85-DFAA-7A7E-B7C9-262490AAF4BD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1AD70CDA-0EBA-E265-6682-61CF7B6A404B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276A3F0-0B37-4AB7-A6C5-D0E3E7522C6A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1739E88A-2DB1-E86A-9543-8EB13F6824E4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DB71C704-24BA-CE56-9AD0-6E368AE13F44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3742F13F-48A9-324B-3073-6795DB7B55E1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653A13E8-D3CC-CBE8-FF76-B7192A9FEBFB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79E96C64-B194-23AC-CE58-B5BD7D4F3F5F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4416434-7866-CFAC-2A8A-DA9FE826BFB2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4" name="Graphic 2">
                  <a:extLst>
                    <a:ext uri="{FF2B5EF4-FFF2-40B4-BE49-F238E27FC236}">
                      <a16:creationId xmlns:a16="http://schemas.microsoft.com/office/drawing/2014/main" id="{1AE9E3E1-A255-4E4B-1187-06F64FDAA8AB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grpFill/>
              </p:grpSpPr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0B0CEE1E-0B25-49C8-96A9-31A35AD3E09D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7630EF21-3798-C628-5019-7AEF62E40464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6AFCEE2A-2006-AA74-8EA2-B28B2A331E33}"/>
                </a:ext>
              </a:extLst>
            </p:cNvPr>
            <p:cNvGrpSpPr/>
            <p:nvPr userDrawn="1"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chemeClr val="accent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0A039D8-7CE1-F942-A4AE-5EE684D44E71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CF93535-C26D-2A9F-8EE7-AAD57D6647D7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2AA65F2-887B-8C77-5917-6706478BB59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08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92CAD477-3A8F-4B67-8526-18144FFA3EA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B2D536-C549-47BC-9BEE-00C306D0D3E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29000">
                <a:srgbClr val="FFFFFF">
                  <a:alpha val="85000"/>
                </a:srgbClr>
              </a:gs>
              <a:gs pos="100000">
                <a:srgbClr val="FFFFFF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3802D6B-8FF2-644F-2ADC-D207652A024B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142EDD61-E35D-3F56-CE50-B54ACD486D16}"/>
                </a:ext>
              </a:extLst>
            </p:cNvPr>
            <p:cNvGrpSpPr/>
            <p:nvPr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rgbClr val="347DA2"/>
            </a:solidFill>
          </p:grpSpPr>
          <p:grpSp>
            <p:nvGrpSpPr>
              <p:cNvPr id="8" name="Graphic 2">
                <a:extLst>
                  <a:ext uri="{FF2B5EF4-FFF2-40B4-BE49-F238E27FC236}">
                    <a16:creationId xmlns:a16="http://schemas.microsoft.com/office/drawing/2014/main" id="{A07A5697-5BDE-6469-554C-8602FDC1CA2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solidFill>
                <a:srgbClr val="347DA2"/>
              </a:solidFill>
            </p:grpSpPr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32208C52-E6B3-E851-82B8-888154CAA4A9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BE9A009-6AA3-98F2-7400-B5E5F839853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B6EB845-4B79-3008-33D6-A9372AB086DE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1009D737-E803-AF99-7050-F2C5B89209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8FE334F0-5141-46DD-F2A3-01988383CBDF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A01B3B67-B980-26E0-48A5-36640924229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0ED5694D-3179-E27D-186B-1CBDA5A3B2E2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8161C48-C9BB-8C59-D940-2ED302BF52E7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D21E2CA-3487-C896-7EA2-9D081521E0A2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8ECBD29E-32CF-D067-63DE-33544D4F362A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8C988A1E-794E-1A6F-ACE6-46F32C0656DE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3CB5A0D-452A-C24A-858C-DDE19DD7ACE9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1FCE716-485A-B557-CA4E-7B94FA745F04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11415C4-F3F8-527F-03FA-40C96DE6D534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DCDB0E2-F1CB-1BF8-D963-0C44B6A5CCF0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510C4A4-83FA-DCFF-799A-D19863A63DFC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1D924EFC-1ABD-EAF7-72C6-C941F0A362FD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4956C6B7-52A2-0F29-5A7D-CBB7A5F05227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" name="Graphic 2">
                <a:extLst>
                  <a:ext uri="{FF2B5EF4-FFF2-40B4-BE49-F238E27FC236}">
                    <a16:creationId xmlns:a16="http://schemas.microsoft.com/office/drawing/2014/main" id="{DBAD7934-E4C5-CA43-B18E-F97400991360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solidFill>
                <a:srgbClr val="347DA2"/>
              </a:solidFill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2E6E9AC-3A2C-3B29-4D3A-CA7394A69877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A7DE1E7A-7AB9-590A-30CA-CDE10F4530A5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6AA595F-5714-CEA4-3754-83A4E66BD91B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8E7E69B-6017-A98C-A846-E203C513C819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E2BEEE43-50E2-F800-13E0-99CF5BDAA9B4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AB59B67-30EF-B252-320E-FE13A2947E1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AC40C8-50DF-9A83-8B38-1BA462E7B820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15D755E-23EA-F682-AD8B-AE8E6305044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9D1A2578-352A-2817-5555-25C3D606073E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AE784538-8010-7B9C-692C-5DEB0C273DCD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D072CAE-E894-91D6-9116-5B44AF31AB9F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ED8BDE7-7669-2088-876A-6267E47A1E47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71330081-3558-DEA3-000F-4D461625EE55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4293265-3E8C-8A1F-C002-8E8201B47AD3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BD84E502-1FF8-9A6B-1CCD-C0DDF9A3080A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A37C932-A211-6AFC-5F38-1880BE3D557A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EFFA7DF8-AF2D-E71E-5C38-41B14BA89888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46" name="Graphic 2">
                  <a:extLst>
                    <a:ext uri="{FF2B5EF4-FFF2-40B4-BE49-F238E27FC236}">
                      <a16:creationId xmlns:a16="http://schemas.microsoft.com/office/drawing/2014/main" id="{041F0279-2D02-951B-A504-90D3EE71E548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solidFill>
                  <a:srgbClr val="347DA2"/>
                </a:solidFill>
              </p:grpSpPr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A3B45EE4-0A57-F330-41B4-3AE7C23A810E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68C6CFA3-60F0-D403-6D41-1EAF2C2825C6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F5858C4E-65E8-FE0E-ADC4-F67882724093}"/>
                </a:ext>
              </a:extLst>
            </p:cNvPr>
            <p:cNvGrpSpPr/>
            <p:nvPr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0C6934B-2B28-90FC-9829-3F2761AA05E5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42175C58-5413-EB2B-AC01-A8B0DC86CCFE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12F1780-93B5-6709-5225-5C0EAE9E652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8167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04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92091" y="274639"/>
            <a:ext cx="1415734" cy="61642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9414" y="274639"/>
            <a:ext cx="9936478" cy="6164261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884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502920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dirty="0">
                <a:ln>
                  <a:noFill/>
                </a:ln>
                <a:solidFill>
                  <a:srgbClr val="6A737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 Applied Materials Confidential</a:t>
            </a:r>
            <a:endParaRPr kumimoji="0" sz="800" b="0" i="0" u="none" strike="noStrike" kern="0" cap="none" spc="0" normalizeH="0" baseline="0" dirty="0">
              <a:ln>
                <a:noFill/>
              </a:ln>
              <a:solidFill>
                <a:srgbClr val="D2263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319" y="188439"/>
            <a:ext cx="11641455" cy="584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19" y="886123"/>
            <a:ext cx="11641455" cy="5240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320" y="6577142"/>
            <a:ext cx="729445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2C51DF-734B-E5AA-984E-D18840C8AB2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19250" y="6498082"/>
            <a:ext cx="822960" cy="263365"/>
            <a:chOff x="3160712" y="2490787"/>
            <a:chExt cx="5865209" cy="1876996"/>
          </a:xfrm>
        </p:grpSpPr>
        <p:grpSp>
          <p:nvGrpSpPr>
            <p:cNvPr id="19" name="Graphic 16">
              <a:extLst>
                <a:ext uri="{FF2B5EF4-FFF2-40B4-BE49-F238E27FC236}">
                  <a16:creationId xmlns:a16="http://schemas.microsoft.com/office/drawing/2014/main" id="{DAFF9782-B45B-BB1D-E435-407D7D960B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60712" y="2490787"/>
              <a:ext cx="5865209" cy="1876996"/>
              <a:chOff x="3160712" y="2490787"/>
              <a:chExt cx="5865209" cy="1876996"/>
            </a:xfrm>
            <a:solidFill>
              <a:srgbClr val="6A737B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9621AFE-CD3E-0B77-773B-A27277954B43}"/>
                  </a:ext>
                </a:extLst>
              </p:cNvPr>
              <p:cNvSpPr/>
              <p:nvPr/>
            </p:nvSpPr>
            <p:spPr>
              <a:xfrm>
                <a:off x="3160712" y="2490787"/>
                <a:ext cx="1876996" cy="1876996"/>
              </a:xfrm>
              <a:custGeom>
                <a:avLst/>
                <a:gdLst>
                  <a:gd name="connsiteX0" fmla="*/ 938498 w 1876996"/>
                  <a:gd name="connsiteY0" fmla="*/ 0 h 1876996"/>
                  <a:gd name="connsiteX1" fmla="*/ 0 w 1876996"/>
                  <a:gd name="connsiteY1" fmla="*/ 938498 h 1876996"/>
                  <a:gd name="connsiteX2" fmla="*/ 938498 w 1876996"/>
                  <a:gd name="connsiteY2" fmla="*/ 1876997 h 1876996"/>
                  <a:gd name="connsiteX3" fmla="*/ 1876997 w 1876996"/>
                  <a:gd name="connsiteY3" fmla="*/ 938498 h 1876996"/>
                  <a:gd name="connsiteX4" fmla="*/ 938498 w 1876996"/>
                  <a:gd name="connsiteY4" fmla="*/ 0 h 1876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76996" h="1876996">
                    <a:moveTo>
                      <a:pt x="938498" y="0"/>
                    </a:moveTo>
                    <a:cubicBezTo>
                      <a:pt x="420148" y="0"/>
                      <a:pt x="0" y="420148"/>
                      <a:pt x="0" y="938498"/>
                    </a:cubicBezTo>
                    <a:cubicBezTo>
                      <a:pt x="0" y="1456849"/>
                      <a:pt x="420148" y="1876997"/>
                      <a:pt x="938498" y="1876997"/>
                    </a:cubicBezTo>
                    <a:cubicBezTo>
                      <a:pt x="1456849" y="1876997"/>
                      <a:pt x="1876997" y="1456849"/>
                      <a:pt x="1876997" y="938498"/>
                    </a:cubicBezTo>
                    <a:cubicBezTo>
                      <a:pt x="1876997" y="420148"/>
                      <a:pt x="1456754" y="0"/>
                      <a:pt x="93849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FC1B629-B2A1-E0A9-3679-9DF78092B805}"/>
                  </a:ext>
                </a:extLst>
              </p:cNvPr>
              <p:cNvSpPr/>
              <p:nvPr/>
            </p:nvSpPr>
            <p:spPr>
              <a:xfrm>
                <a:off x="5257259" y="3546728"/>
                <a:ext cx="440150" cy="459104"/>
              </a:xfrm>
              <a:custGeom>
                <a:avLst/>
                <a:gdLst>
                  <a:gd name="connsiteX0" fmla="*/ 381095 w 440150"/>
                  <a:gd name="connsiteY0" fmla="*/ 0 h 459104"/>
                  <a:gd name="connsiteX1" fmla="*/ 381095 w 440150"/>
                  <a:gd name="connsiteY1" fmla="*/ 0 h 459104"/>
                  <a:gd name="connsiteX2" fmla="*/ 376523 w 440150"/>
                  <a:gd name="connsiteY2" fmla="*/ 0 h 459104"/>
                  <a:gd name="connsiteX3" fmla="*/ 374047 w 440150"/>
                  <a:gd name="connsiteY3" fmla="*/ 3810 h 459104"/>
                  <a:gd name="connsiteX4" fmla="*/ 220028 w 440150"/>
                  <a:gd name="connsiteY4" fmla="*/ 234315 h 459104"/>
                  <a:gd name="connsiteX5" fmla="*/ 66104 w 440150"/>
                  <a:gd name="connsiteY5" fmla="*/ 3810 h 459104"/>
                  <a:gd name="connsiteX6" fmla="*/ 63627 w 440150"/>
                  <a:gd name="connsiteY6" fmla="*/ 0 h 459104"/>
                  <a:gd name="connsiteX7" fmla="*/ 59055 w 440150"/>
                  <a:gd name="connsiteY7" fmla="*/ 0 h 459104"/>
                  <a:gd name="connsiteX8" fmla="*/ 8477 w 440150"/>
                  <a:gd name="connsiteY8" fmla="*/ 0 h 459104"/>
                  <a:gd name="connsiteX9" fmla="*/ 0 w 440150"/>
                  <a:gd name="connsiteY9" fmla="*/ 0 h 459104"/>
                  <a:gd name="connsiteX10" fmla="*/ 0 w 440150"/>
                  <a:gd name="connsiteY10" fmla="*/ 8477 h 459104"/>
                  <a:gd name="connsiteX11" fmla="*/ 0 w 440150"/>
                  <a:gd name="connsiteY11" fmla="*/ 450533 h 459104"/>
                  <a:gd name="connsiteX12" fmla="*/ 0 w 440150"/>
                  <a:gd name="connsiteY12" fmla="*/ 459010 h 459104"/>
                  <a:gd name="connsiteX13" fmla="*/ 8477 w 440150"/>
                  <a:gd name="connsiteY13" fmla="*/ 459010 h 459104"/>
                  <a:gd name="connsiteX14" fmla="*/ 57150 w 440150"/>
                  <a:gd name="connsiteY14" fmla="*/ 459010 h 459104"/>
                  <a:gd name="connsiteX15" fmla="*/ 65722 w 440150"/>
                  <a:gd name="connsiteY15" fmla="*/ 459010 h 459104"/>
                  <a:gd name="connsiteX16" fmla="*/ 65722 w 440150"/>
                  <a:gd name="connsiteY16" fmla="*/ 450533 h 459104"/>
                  <a:gd name="connsiteX17" fmla="*/ 65722 w 440150"/>
                  <a:gd name="connsiteY17" fmla="*/ 120872 h 459104"/>
                  <a:gd name="connsiteX18" fmla="*/ 211074 w 440150"/>
                  <a:gd name="connsiteY18" fmla="*/ 334137 h 459104"/>
                  <a:gd name="connsiteX19" fmla="*/ 213646 w 440150"/>
                  <a:gd name="connsiteY19" fmla="*/ 337852 h 459104"/>
                  <a:gd name="connsiteX20" fmla="*/ 218218 w 440150"/>
                  <a:gd name="connsiteY20" fmla="*/ 337852 h 459104"/>
                  <a:gd name="connsiteX21" fmla="*/ 220694 w 440150"/>
                  <a:gd name="connsiteY21" fmla="*/ 337852 h 459104"/>
                  <a:gd name="connsiteX22" fmla="*/ 225266 w 440150"/>
                  <a:gd name="connsiteY22" fmla="*/ 337852 h 459104"/>
                  <a:gd name="connsiteX23" fmla="*/ 227743 w 440150"/>
                  <a:gd name="connsiteY23" fmla="*/ 334137 h 459104"/>
                  <a:gd name="connsiteX24" fmla="*/ 373190 w 440150"/>
                  <a:gd name="connsiteY24" fmla="*/ 120301 h 459104"/>
                  <a:gd name="connsiteX25" fmla="*/ 373190 w 440150"/>
                  <a:gd name="connsiteY25" fmla="*/ 450533 h 459104"/>
                  <a:gd name="connsiteX26" fmla="*/ 373190 w 440150"/>
                  <a:gd name="connsiteY26" fmla="*/ 459105 h 459104"/>
                  <a:gd name="connsiteX27" fmla="*/ 381762 w 440150"/>
                  <a:gd name="connsiteY27" fmla="*/ 459105 h 459104"/>
                  <a:gd name="connsiteX28" fmla="*/ 431578 w 440150"/>
                  <a:gd name="connsiteY28" fmla="*/ 459105 h 459104"/>
                  <a:gd name="connsiteX29" fmla="*/ 440150 w 440150"/>
                  <a:gd name="connsiteY29" fmla="*/ 459105 h 459104"/>
                  <a:gd name="connsiteX30" fmla="*/ 440150 w 440150"/>
                  <a:gd name="connsiteY30" fmla="*/ 450533 h 459104"/>
                  <a:gd name="connsiteX31" fmla="*/ 440150 w 440150"/>
                  <a:gd name="connsiteY31" fmla="*/ 8573 h 459104"/>
                  <a:gd name="connsiteX32" fmla="*/ 440150 w 440150"/>
                  <a:gd name="connsiteY32" fmla="*/ 0 h 459104"/>
                  <a:gd name="connsiteX33" fmla="*/ 431578 w 440150"/>
                  <a:gd name="connsiteY33" fmla="*/ 0 h 459104"/>
                  <a:gd name="connsiteX34" fmla="*/ 381095 w 440150"/>
                  <a:gd name="connsiteY34" fmla="*/ 0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40150" h="459104">
                    <a:moveTo>
                      <a:pt x="381095" y="0"/>
                    </a:moveTo>
                    <a:lnTo>
                      <a:pt x="381095" y="0"/>
                    </a:lnTo>
                    <a:lnTo>
                      <a:pt x="376523" y="0"/>
                    </a:lnTo>
                    <a:lnTo>
                      <a:pt x="374047" y="3810"/>
                    </a:lnTo>
                    <a:lnTo>
                      <a:pt x="220028" y="234315"/>
                    </a:lnTo>
                    <a:lnTo>
                      <a:pt x="66104" y="3810"/>
                    </a:lnTo>
                    <a:lnTo>
                      <a:pt x="63627" y="0"/>
                    </a:lnTo>
                    <a:lnTo>
                      <a:pt x="59055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477" y="459010"/>
                    </a:lnTo>
                    <a:lnTo>
                      <a:pt x="57150" y="459010"/>
                    </a:lnTo>
                    <a:lnTo>
                      <a:pt x="65722" y="459010"/>
                    </a:lnTo>
                    <a:lnTo>
                      <a:pt x="65722" y="450533"/>
                    </a:lnTo>
                    <a:lnTo>
                      <a:pt x="65722" y="120872"/>
                    </a:lnTo>
                    <a:lnTo>
                      <a:pt x="211074" y="334137"/>
                    </a:lnTo>
                    <a:lnTo>
                      <a:pt x="213646" y="337852"/>
                    </a:lnTo>
                    <a:lnTo>
                      <a:pt x="218218" y="337852"/>
                    </a:lnTo>
                    <a:lnTo>
                      <a:pt x="220694" y="337852"/>
                    </a:lnTo>
                    <a:lnTo>
                      <a:pt x="225266" y="337852"/>
                    </a:lnTo>
                    <a:lnTo>
                      <a:pt x="227743" y="334137"/>
                    </a:lnTo>
                    <a:lnTo>
                      <a:pt x="373190" y="120301"/>
                    </a:lnTo>
                    <a:lnTo>
                      <a:pt x="373190" y="450533"/>
                    </a:lnTo>
                    <a:lnTo>
                      <a:pt x="373190" y="459105"/>
                    </a:lnTo>
                    <a:lnTo>
                      <a:pt x="381762" y="459105"/>
                    </a:lnTo>
                    <a:lnTo>
                      <a:pt x="431578" y="459105"/>
                    </a:lnTo>
                    <a:lnTo>
                      <a:pt x="440150" y="459105"/>
                    </a:lnTo>
                    <a:lnTo>
                      <a:pt x="440150" y="450533"/>
                    </a:lnTo>
                    <a:lnTo>
                      <a:pt x="440150" y="8573"/>
                    </a:lnTo>
                    <a:lnTo>
                      <a:pt x="440150" y="0"/>
                    </a:lnTo>
                    <a:lnTo>
                      <a:pt x="431578" y="0"/>
                    </a:lnTo>
                    <a:lnTo>
                      <a:pt x="38109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AD15C6E-78CA-0503-300C-4EBD6696DD42}"/>
                  </a:ext>
                </a:extLst>
              </p:cNvPr>
              <p:cNvSpPr/>
              <p:nvPr/>
            </p:nvSpPr>
            <p:spPr>
              <a:xfrm>
                <a:off x="6162229" y="3546728"/>
                <a:ext cx="364331" cy="459009"/>
              </a:xfrm>
              <a:custGeom>
                <a:avLst/>
                <a:gdLst>
                  <a:gd name="connsiteX0" fmla="*/ 8477 w 364331"/>
                  <a:gd name="connsiteY0" fmla="*/ 0 h 459009"/>
                  <a:gd name="connsiteX1" fmla="*/ 0 w 364331"/>
                  <a:gd name="connsiteY1" fmla="*/ 0 h 459009"/>
                  <a:gd name="connsiteX2" fmla="*/ 0 w 364331"/>
                  <a:gd name="connsiteY2" fmla="*/ 8477 h 459009"/>
                  <a:gd name="connsiteX3" fmla="*/ 0 w 364331"/>
                  <a:gd name="connsiteY3" fmla="*/ 54578 h 459009"/>
                  <a:gd name="connsiteX4" fmla="*/ 0 w 364331"/>
                  <a:gd name="connsiteY4" fmla="*/ 63246 h 459009"/>
                  <a:gd name="connsiteX5" fmla="*/ 8477 w 364331"/>
                  <a:gd name="connsiteY5" fmla="*/ 63246 h 459009"/>
                  <a:gd name="connsiteX6" fmla="*/ 148304 w 364331"/>
                  <a:gd name="connsiteY6" fmla="*/ 63246 h 459009"/>
                  <a:gd name="connsiteX7" fmla="*/ 148304 w 364331"/>
                  <a:gd name="connsiteY7" fmla="*/ 450533 h 459009"/>
                  <a:gd name="connsiteX8" fmla="*/ 148304 w 364331"/>
                  <a:gd name="connsiteY8" fmla="*/ 459010 h 459009"/>
                  <a:gd name="connsiteX9" fmla="*/ 156781 w 364331"/>
                  <a:gd name="connsiteY9" fmla="*/ 459010 h 459009"/>
                  <a:gd name="connsiteX10" fmla="*/ 207454 w 364331"/>
                  <a:gd name="connsiteY10" fmla="*/ 459010 h 459009"/>
                  <a:gd name="connsiteX11" fmla="*/ 216027 w 364331"/>
                  <a:gd name="connsiteY11" fmla="*/ 459010 h 459009"/>
                  <a:gd name="connsiteX12" fmla="*/ 216027 w 364331"/>
                  <a:gd name="connsiteY12" fmla="*/ 450533 h 459009"/>
                  <a:gd name="connsiteX13" fmla="*/ 216027 w 364331"/>
                  <a:gd name="connsiteY13" fmla="*/ 63246 h 459009"/>
                  <a:gd name="connsiteX14" fmla="*/ 355854 w 364331"/>
                  <a:gd name="connsiteY14" fmla="*/ 63246 h 459009"/>
                  <a:gd name="connsiteX15" fmla="*/ 364331 w 364331"/>
                  <a:gd name="connsiteY15" fmla="*/ 63246 h 459009"/>
                  <a:gd name="connsiteX16" fmla="*/ 364331 w 364331"/>
                  <a:gd name="connsiteY16" fmla="*/ 54578 h 459009"/>
                  <a:gd name="connsiteX17" fmla="*/ 364331 w 364331"/>
                  <a:gd name="connsiteY17" fmla="*/ 8477 h 459009"/>
                  <a:gd name="connsiteX18" fmla="*/ 364331 w 364331"/>
                  <a:gd name="connsiteY18" fmla="*/ 0 h 459009"/>
                  <a:gd name="connsiteX19" fmla="*/ 355854 w 364331"/>
                  <a:gd name="connsiteY19" fmla="*/ 0 h 459009"/>
                  <a:gd name="connsiteX20" fmla="*/ 8477 w 364331"/>
                  <a:gd name="connsiteY20" fmla="*/ 0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64331" h="459009">
                    <a:moveTo>
                      <a:pt x="8477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54578"/>
                    </a:lnTo>
                    <a:lnTo>
                      <a:pt x="0" y="63246"/>
                    </a:lnTo>
                    <a:lnTo>
                      <a:pt x="8477" y="63246"/>
                    </a:lnTo>
                    <a:lnTo>
                      <a:pt x="148304" y="63246"/>
                    </a:lnTo>
                    <a:lnTo>
                      <a:pt x="148304" y="450533"/>
                    </a:lnTo>
                    <a:lnTo>
                      <a:pt x="148304" y="459010"/>
                    </a:lnTo>
                    <a:lnTo>
                      <a:pt x="156781" y="459010"/>
                    </a:lnTo>
                    <a:lnTo>
                      <a:pt x="207454" y="459010"/>
                    </a:lnTo>
                    <a:lnTo>
                      <a:pt x="216027" y="459010"/>
                    </a:lnTo>
                    <a:lnTo>
                      <a:pt x="216027" y="450533"/>
                    </a:lnTo>
                    <a:lnTo>
                      <a:pt x="216027" y="63246"/>
                    </a:lnTo>
                    <a:lnTo>
                      <a:pt x="355854" y="63246"/>
                    </a:lnTo>
                    <a:lnTo>
                      <a:pt x="364331" y="63246"/>
                    </a:lnTo>
                    <a:lnTo>
                      <a:pt x="364331" y="54578"/>
                    </a:lnTo>
                    <a:lnTo>
                      <a:pt x="364331" y="8477"/>
                    </a:lnTo>
                    <a:lnTo>
                      <a:pt x="364331" y="0"/>
                    </a:lnTo>
                    <a:lnTo>
                      <a:pt x="355854" y="0"/>
                    </a:lnTo>
                    <a:lnTo>
                      <a:pt x="847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BE23EA8-ABE4-4887-D4B7-37D220D34C7B}"/>
                  </a:ext>
                </a:extLst>
              </p:cNvPr>
              <p:cNvSpPr/>
              <p:nvPr/>
            </p:nvSpPr>
            <p:spPr>
              <a:xfrm>
                <a:off x="5757798" y="3543489"/>
                <a:ext cx="476059" cy="462248"/>
              </a:xfrm>
              <a:custGeom>
                <a:avLst/>
                <a:gdLst>
                  <a:gd name="connsiteX0" fmla="*/ 269177 w 476059"/>
                  <a:gd name="connsiteY0" fmla="*/ 5048 h 462248"/>
                  <a:gd name="connsiteX1" fmla="*/ 266890 w 476059"/>
                  <a:gd name="connsiteY1" fmla="*/ 0 h 462248"/>
                  <a:gd name="connsiteX2" fmla="*/ 209169 w 476059"/>
                  <a:gd name="connsiteY2" fmla="*/ 0 h 462248"/>
                  <a:gd name="connsiteX3" fmla="*/ 206883 w 476059"/>
                  <a:gd name="connsiteY3" fmla="*/ 5048 h 462248"/>
                  <a:gd name="connsiteX4" fmla="*/ 5429 w 476059"/>
                  <a:gd name="connsiteY4" fmla="*/ 450152 h 462248"/>
                  <a:gd name="connsiteX5" fmla="*/ 0 w 476059"/>
                  <a:gd name="connsiteY5" fmla="*/ 462248 h 462248"/>
                  <a:gd name="connsiteX6" fmla="*/ 69913 w 476059"/>
                  <a:gd name="connsiteY6" fmla="*/ 462248 h 462248"/>
                  <a:gd name="connsiteX7" fmla="*/ 72199 w 476059"/>
                  <a:gd name="connsiteY7" fmla="*/ 457200 h 462248"/>
                  <a:gd name="connsiteX8" fmla="*/ 122301 w 476059"/>
                  <a:gd name="connsiteY8" fmla="*/ 345472 h 462248"/>
                  <a:gd name="connsiteX9" fmla="*/ 351854 w 476059"/>
                  <a:gd name="connsiteY9" fmla="*/ 345472 h 462248"/>
                  <a:gd name="connsiteX10" fmla="*/ 401288 w 476059"/>
                  <a:gd name="connsiteY10" fmla="*/ 457200 h 462248"/>
                  <a:gd name="connsiteX11" fmla="*/ 403574 w 476059"/>
                  <a:gd name="connsiteY11" fmla="*/ 462248 h 462248"/>
                  <a:gd name="connsiteX12" fmla="*/ 476060 w 476059"/>
                  <a:gd name="connsiteY12" fmla="*/ 462248 h 462248"/>
                  <a:gd name="connsiteX13" fmla="*/ 470535 w 476059"/>
                  <a:gd name="connsiteY13" fmla="*/ 450152 h 462248"/>
                  <a:gd name="connsiteX14" fmla="*/ 269177 w 476059"/>
                  <a:gd name="connsiteY14" fmla="*/ 5048 h 462248"/>
                  <a:gd name="connsiteX15" fmla="*/ 149447 w 476059"/>
                  <a:gd name="connsiteY15" fmla="*/ 283559 h 462248"/>
                  <a:gd name="connsiteX16" fmla="*/ 237172 w 476059"/>
                  <a:gd name="connsiteY16" fmla="*/ 87630 h 462248"/>
                  <a:gd name="connsiteX17" fmla="*/ 324517 w 476059"/>
                  <a:gd name="connsiteY17" fmla="*/ 283559 h 462248"/>
                  <a:gd name="connsiteX18" fmla="*/ 149447 w 476059"/>
                  <a:gd name="connsiteY18" fmla="*/ 283559 h 46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6059" h="462248">
                    <a:moveTo>
                      <a:pt x="269177" y="5048"/>
                    </a:moveTo>
                    <a:lnTo>
                      <a:pt x="266890" y="0"/>
                    </a:lnTo>
                    <a:lnTo>
                      <a:pt x="209169" y="0"/>
                    </a:lnTo>
                    <a:lnTo>
                      <a:pt x="206883" y="5048"/>
                    </a:lnTo>
                    <a:lnTo>
                      <a:pt x="5429" y="450152"/>
                    </a:lnTo>
                    <a:lnTo>
                      <a:pt x="0" y="462248"/>
                    </a:lnTo>
                    <a:lnTo>
                      <a:pt x="69913" y="462248"/>
                    </a:lnTo>
                    <a:lnTo>
                      <a:pt x="72199" y="457200"/>
                    </a:lnTo>
                    <a:lnTo>
                      <a:pt x="122301" y="345472"/>
                    </a:lnTo>
                    <a:lnTo>
                      <a:pt x="351854" y="345472"/>
                    </a:lnTo>
                    <a:lnTo>
                      <a:pt x="401288" y="457200"/>
                    </a:lnTo>
                    <a:lnTo>
                      <a:pt x="403574" y="462248"/>
                    </a:lnTo>
                    <a:lnTo>
                      <a:pt x="476060" y="462248"/>
                    </a:lnTo>
                    <a:lnTo>
                      <a:pt x="470535" y="450152"/>
                    </a:lnTo>
                    <a:lnTo>
                      <a:pt x="269177" y="5048"/>
                    </a:lnTo>
                    <a:close/>
                    <a:moveTo>
                      <a:pt x="149447" y="283559"/>
                    </a:moveTo>
                    <a:lnTo>
                      <a:pt x="237172" y="87630"/>
                    </a:lnTo>
                    <a:lnTo>
                      <a:pt x="324517" y="283559"/>
                    </a:lnTo>
                    <a:lnTo>
                      <a:pt x="149447" y="2835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FB8383A-F8BF-1BB1-E2E1-54FA31BD32B6}"/>
                  </a:ext>
                </a:extLst>
              </p:cNvPr>
              <p:cNvSpPr/>
              <p:nvPr/>
            </p:nvSpPr>
            <p:spPr>
              <a:xfrm>
                <a:off x="6594760" y="3546728"/>
                <a:ext cx="339661" cy="459104"/>
              </a:xfrm>
              <a:custGeom>
                <a:avLst/>
                <a:gdLst>
                  <a:gd name="connsiteX0" fmla="*/ 66961 w 339661"/>
                  <a:gd name="connsiteY0" fmla="*/ 396621 h 459104"/>
                  <a:gd name="connsiteX1" fmla="*/ 66961 w 339661"/>
                  <a:gd name="connsiteY1" fmla="*/ 396526 h 459104"/>
                  <a:gd name="connsiteX2" fmla="*/ 66961 w 339661"/>
                  <a:gd name="connsiteY2" fmla="*/ 258985 h 459104"/>
                  <a:gd name="connsiteX3" fmla="*/ 299561 w 339661"/>
                  <a:gd name="connsiteY3" fmla="*/ 258985 h 459104"/>
                  <a:gd name="connsiteX4" fmla="*/ 308134 w 339661"/>
                  <a:gd name="connsiteY4" fmla="*/ 258985 h 459104"/>
                  <a:gd name="connsiteX5" fmla="*/ 308134 w 339661"/>
                  <a:gd name="connsiteY5" fmla="*/ 250412 h 459104"/>
                  <a:gd name="connsiteX6" fmla="*/ 308134 w 339661"/>
                  <a:gd name="connsiteY6" fmla="*/ 204978 h 459104"/>
                  <a:gd name="connsiteX7" fmla="*/ 308134 w 339661"/>
                  <a:gd name="connsiteY7" fmla="*/ 196310 h 459104"/>
                  <a:gd name="connsiteX8" fmla="*/ 299561 w 339661"/>
                  <a:gd name="connsiteY8" fmla="*/ 196310 h 459104"/>
                  <a:gd name="connsiteX9" fmla="*/ 66961 w 339661"/>
                  <a:gd name="connsiteY9" fmla="*/ 196310 h 459104"/>
                  <a:gd name="connsiteX10" fmla="*/ 66961 w 339661"/>
                  <a:gd name="connsiteY10" fmla="*/ 62579 h 459104"/>
                  <a:gd name="connsiteX11" fmla="*/ 327946 w 339661"/>
                  <a:gd name="connsiteY11" fmla="*/ 62579 h 459104"/>
                  <a:gd name="connsiteX12" fmla="*/ 336518 w 339661"/>
                  <a:gd name="connsiteY12" fmla="*/ 62579 h 459104"/>
                  <a:gd name="connsiteX13" fmla="*/ 336518 w 339661"/>
                  <a:gd name="connsiteY13" fmla="*/ 54007 h 459104"/>
                  <a:gd name="connsiteX14" fmla="*/ 336518 w 339661"/>
                  <a:gd name="connsiteY14" fmla="*/ 8573 h 459104"/>
                  <a:gd name="connsiteX15" fmla="*/ 336518 w 339661"/>
                  <a:gd name="connsiteY15" fmla="*/ 0 h 459104"/>
                  <a:gd name="connsiteX16" fmla="*/ 327946 w 339661"/>
                  <a:gd name="connsiteY16" fmla="*/ 0 h 459104"/>
                  <a:gd name="connsiteX17" fmla="*/ 8477 w 339661"/>
                  <a:gd name="connsiteY17" fmla="*/ 0 h 459104"/>
                  <a:gd name="connsiteX18" fmla="*/ 0 w 339661"/>
                  <a:gd name="connsiteY18" fmla="*/ 0 h 459104"/>
                  <a:gd name="connsiteX19" fmla="*/ 0 w 339661"/>
                  <a:gd name="connsiteY19" fmla="*/ 8573 h 459104"/>
                  <a:gd name="connsiteX20" fmla="*/ 0 w 339661"/>
                  <a:gd name="connsiteY20" fmla="*/ 450533 h 459104"/>
                  <a:gd name="connsiteX21" fmla="*/ 0 w 339661"/>
                  <a:gd name="connsiteY21" fmla="*/ 459105 h 459104"/>
                  <a:gd name="connsiteX22" fmla="*/ 8477 w 339661"/>
                  <a:gd name="connsiteY22" fmla="*/ 459105 h 459104"/>
                  <a:gd name="connsiteX23" fmla="*/ 331184 w 339661"/>
                  <a:gd name="connsiteY23" fmla="*/ 459105 h 459104"/>
                  <a:gd name="connsiteX24" fmla="*/ 339662 w 339661"/>
                  <a:gd name="connsiteY24" fmla="*/ 459105 h 459104"/>
                  <a:gd name="connsiteX25" fmla="*/ 339662 w 339661"/>
                  <a:gd name="connsiteY25" fmla="*/ 450533 h 459104"/>
                  <a:gd name="connsiteX26" fmla="*/ 339662 w 339661"/>
                  <a:gd name="connsiteY26" fmla="*/ 405098 h 459104"/>
                  <a:gd name="connsiteX27" fmla="*/ 339662 w 339661"/>
                  <a:gd name="connsiteY27" fmla="*/ 396621 h 459104"/>
                  <a:gd name="connsiteX28" fmla="*/ 331184 w 339661"/>
                  <a:gd name="connsiteY28" fmla="*/ 396621 h 459104"/>
                  <a:gd name="connsiteX29" fmla="*/ 66961 w 339661"/>
                  <a:gd name="connsiteY29" fmla="*/ 396621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39661" h="459104">
                    <a:moveTo>
                      <a:pt x="66961" y="396621"/>
                    </a:moveTo>
                    <a:lnTo>
                      <a:pt x="66961" y="396526"/>
                    </a:lnTo>
                    <a:lnTo>
                      <a:pt x="66961" y="258985"/>
                    </a:lnTo>
                    <a:lnTo>
                      <a:pt x="299561" y="258985"/>
                    </a:lnTo>
                    <a:lnTo>
                      <a:pt x="308134" y="258985"/>
                    </a:lnTo>
                    <a:lnTo>
                      <a:pt x="308134" y="250412"/>
                    </a:lnTo>
                    <a:lnTo>
                      <a:pt x="308134" y="204978"/>
                    </a:lnTo>
                    <a:lnTo>
                      <a:pt x="308134" y="196310"/>
                    </a:lnTo>
                    <a:lnTo>
                      <a:pt x="299561" y="196310"/>
                    </a:lnTo>
                    <a:lnTo>
                      <a:pt x="66961" y="196310"/>
                    </a:lnTo>
                    <a:lnTo>
                      <a:pt x="66961" y="62579"/>
                    </a:lnTo>
                    <a:lnTo>
                      <a:pt x="327946" y="62579"/>
                    </a:lnTo>
                    <a:lnTo>
                      <a:pt x="336518" y="62579"/>
                    </a:lnTo>
                    <a:lnTo>
                      <a:pt x="336518" y="54007"/>
                    </a:lnTo>
                    <a:lnTo>
                      <a:pt x="336518" y="8573"/>
                    </a:lnTo>
                    <a:lnTo>
                      <a:pt x="336518" y="0"/>
                    </a:lnTo>
                    <a:lnTo>
                      <a:pt x="327946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573"/>
                    </a:lnTo>
                    <a:lnTo>
                      <a:pt x="0" y="450533"/>
                    </a:lnTo>
                    <a:lnTo>
                      <a:pt x="0" y="459105"/>
                    </a:lnTo>
                    <a:lnTo>
                      <a:pt x="8477" y="459105"/>
                    </a:lnTo>
                    <a:lnTo>
                      <a:pt x="331184" y="459105"/>
                    </a:lnTo>
                    <a:lnTo>
                      <a:pt x="339662" y="459105"/>
                    </a:lnTo>
                    <a:lnTo>
                      <a:pt x="339662" y="450533"/>
                    </a:lnTo>
                    <a:lnTo>
                      <a:pt x="339662" y="405098"/>
                    </a:lnTo>
                    <a:lnTo>
                      <a:pt x="339662" y="396621"/>
                    </a:lnTo>
                    <a:lnTo>
                      <a:pt x="331184" y="396621"/>
                    </a:lnTo>
                    <a:lnTo>
                      <a:pt x="66961" y="3966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4293832-0953-EE44-4577-5A96A01E5FA6}"/>
                  </a:ext>
                </a:extLst>
              </p:cNvPr>
              <p:cNvSpPr/>
              <p:nvPr/>
            </p:nvSpPr>
            <p:spPr>
              <a:xfrm>
                <a:off x="8142573" y="3546728"/>
                <a:ext cx="241363" cy="459009"/>
              </a:xfrm>
              <a:custGeom>
                <a:avLst/>
                <a:gdLst>
                  <a:gd name="connsiteX0" fmla="*/ 66960 w 241363"/>
                  <a:gd name="connsiteY0" fmla="*/ 395859 h 459009"/>
                  <a:gd name="connsiteX1" fmla="*/ 66960 w 241363"/>
                  <a:gd name="connsiteY1" fmla="*/ 8477 h 459009"/>
                  <a:gd name="connsiteX2" fmla="*/ 66960 w 241363"/>
                  <a:gd name="connsiteY2" fmla="*/ 0 h 459009"/>
                  <a:gd name="connsiteX3" fmla="*/ 58388 w 241363"/>
                  <a:gd name="connsiteY3" fmla="*/ 0 h 459009"/>
                  <a:gd name="connsiteX4" fmla="*/ 8572 w 241363"/>
                  <a:gd name="connsiteY4" fmla="*/ 0 h 459009"/>
                  <a:gd name="connsiteX5" fmla="*/ 0 w 241363"/>
                  <a:gd name="connsiteY5" fmla="*/ 0 h 459009"/>
                  <a:gd name="connsiteX6" fmla="*/ 0 w 241363"/>
                  <a:gd name="connsiteY6" fmla="*/ 8477 h 459009"/>
                  <a:gd name="connsiteX7" fmla="*/ 0 w 241363"/>
                  <a:gd name="connsiteY7" fmla="*/ 450533 h 459009"/>
                  <a:gd name="connsiteX8" fmla="*/ 0 w 241363"/>
                  <a:gd name="connsiteY8" fmla="*/ 459010 h 459009"/>
                  <a:gd name="connsiteX9" fmla="*/ 8572 w 241363"/>
                  <a:gd name="connsiteY9" fmla="*/ 459010 h 459009"/>
                  <a:gd name="connsiteX10" fmla="*/ 232790 w 241363"/>
                  <a:gd name="connsiteY10" fmla="*/ 459010 h 459009"/>
                  <a:gd name="connsiteX11" fmla="*/ 241363 w 241363"/>
                  <a:gd name="connsiteY11" fmla="*/ 459010 h 459009"/>
                  <a:gd name="connsiteX12" fmla="*/ 241363 w 241363"/>
                  <a:gd name="connsiteY12" fmla="*/ 450533 h 459009"/>
                  <a:gd name="connsiteX13" fmla="*/ 241363 w 241363"/>
                  <a:gd name="connsiteY13" fmla="*/ 404432 h 459009"/>
                  <a:gd name="connsiteX14" fmla="*/ 241363 w 241363"/>
                  <a:gd name="connsiteY14" fmla="*/ 395859 h 459009"/>
                  <a:gd name="connsiteX15" fmla="*/ 232790 w 241363"/>
                  <a:gd name="connsiteY15" fmla="*/ 395859 h 459009"/>
                  <a:gd name="connsiteX16" fmla="*/ 66960 w 241363"/>
                  <a:gd name="connsiteY16" fmla="*/ 395859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1363" h="459009">
                    <a:moveTo>
                      <a:pt x="66960" y="395859"/>
                    </a:moveTo>
                    <a:lnTo>
                      <a:pt x="66960" y="8477"/>
                    </a:lnTo>
                    <a:lnTo>
                      <a:pt x="66960" y="0"/>
                    </a:lnTo>
                    <a:lnTo>
                      <a:pt x="58388" y="0"/>
                    </a:lnTo>
                    <a:lnTo>
                      <a:pt x="8572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572" y="459010"/>
                    </a:lnTo>
                    <a:lnTo>
                      <a:pt x="232790" y="459010"/>
                    </a:lnTo>
                    <a:lnTo>
                      <a:pt x="241363" y="459010"/>
                    </a:lnTo>
                    <a:lnTo>
                      <a:pt x="241363" y="450533"/>
                    </a:lnTo>
                    <a:lnTo>
                      <a:pt x="241363" y="404432"/>
                    </a:lnTo>
                    <a:lnTo>
                      <a:pt x="241363" y="395859"/>
                    </a:lnTo>
                    <a:lnTo>
                      <a:pt x="232790" y="395859"/>
                    </a:lnTo>
                    <a:lnTo>
                      <a:pt x="66960" y="3958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C4CEE5-F6A5-6B06-190F-5A5E64723E57}"/>
                  </a:ext>
                </a:extLst>
              </p:cNvPr>
              <p:cNvSpPr/>
              <p:nvPr/>
            </p:nvSpPr>
            <p:spPr>
              <a:xfrm>
                <a:off x="7476775" y="3546728"/>
                <a:ext cx="66960" cy="459009"/>
              </a:xfrm>
              <a:custGeom>
                <a:avLst/>
                <a:gdLst>
                  <a:gd name="connsiteX0" fmla="*/ 8572 w 66960"/>
                  <a:gd name="connsiteY0" fmla="*/ 0 h 459009"/>
                  <a:gd name="connsiteX1" fmla="*/ 0 w 66960"/>
                  <a:gd name="connsiteY1" fmla="*/ 0 h 459009"/>
                  <a:gd name="connsiteX2" fmla="*/ 0 w 66960"/>
                  <a:gd name="connsiteY2" fmla="*/ 8477 h 459009"/>
                  <a:gd name="connsiteX3" fmla="*/ 0 w 66960"/>
                  <a:gd name="connsiteY3" fmla="*/ 450533 h 459009"/>
                  <a:gd name="connsiteX4" fmla="*/ 0 w 66960"/>
                  <a:gd name="connsiteY4" fmla="*/ 459010 h 459009"/>
                  <a:gd name="connsiteX5" fmla="*/ 8572 w 66960"/>
                  <a:gd name="connsiteY5" fmla="*/ 459010 h 459009"/>
                  <a:gd name="connsiteX6" fmla="*/ 58388 w 66960"/>
                  <a:gd name="connsiteY6" fmla="*/ 459010 h 459009"/>
                  <a:gd name="connsiteX7" fmla="*/ 66961 w 66960"/>
                  <a:gd name="connsiteY7" fmla="*/ 459010 h 459009"/>
                  <a:gd name="connsiteX8" fmla="*/ 66961 w 66960"/>
                  <a:gd name="connsiteY8" fmla="*/ 450533 h 459009"/>
                  <a:gd name="connsiteX9" fmla="*/ 66961 w 66960"/>
                  <a:gd name="connsiteY9" fmla="*/ 8477 h 459009"/>
                  <a:gd name="connsiteX10" fmla="*/ 66961 w 66960"/>
                  <a:gd name="connsiteY10" fmla="*/ 0 h 459009"/>
                  <a:gd name="connsiteX11" fmla="*/ 58388 w 66960"/>
                  <a:gd name="connsiteY11" fmla="*/ 0 h 459009"/>
                  <a:gd name="connsiteX12" fmla="*/ 8572 w 66960"/>
                  <a:gd name="connsiteY12" fmla="*/ 0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960" h="459009">
                    <a:moveTo>
                      <a:pt x="8572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572" y="459010"/>
                    </a:lnTo>
                    <a:lnTo>
                      <a:pt x="58388" y="459010"/>
                    </a:lnTo>
                    <a:lnTo>
                      <a:pt x="66961" y="459010"/>
                    </a:lnTo>
                    <a:lnTo>
                      <a:pt x="66961" y="450533"/>
                    </a:lnTo>
                    <a:lnTo>
                      <a:pt x="66961" y="8477"/>
                    </a:lnTo>
                    <a:lnTo>
                      <a:pt x="66961" y="0"/>
                    </a:lnTo>
                    <a:lnTo>
                      <a:pt x="58388" y="0"/>
                    </a:lnTo>
                    <a:lnTo>
                      <a:pt x="857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1BA9889-4526-97E6-E3B6-717B79F1911E}"/>
                  </a:ext>
                </a:extLst>
              </p:cNvPr>
              <p:cNvSpPr/>
              <p:nvPr/>
            </p:nvSpPr>
            <p:spPr>
              <a:xfrm>
                <a:off x="7606220" y="3543489"/>
                <a:ext cx="476154" cy="462248"/>
              </a:xfrm>
              <a:custGeom>
                <a:avLst/>
                <a:gdLst>
                  <a:gd name="connsiteX0" fmla="*/ 269177 w 476154"/>
                  <a:gd name="connsiteY0" fmla="*/ 5048 h 462248"/>
                  <a:gd name="connsiteX1" fmla="*/ 266890 w 476154"/>
                  <a:gd name="connsiteY1" fmla="*/ 0 h 462248"/>
                  <a:gd name="connsiteX2" fmla="*/ 209169 w 476154"/>
                  <a:gd name="connsiteY2" fmla="*/ 0 h 462248"/>
                  <a:gd name="connsiteX3" fmla="*/ 206978 w 476154"/>
                  <a:gd name="connsiteY3" fmla="*/ 5048 h 462248"/>
                  <a:gd name="connsiteX4" fmla="*/ 5524 w 476154"/>
                  <a:gd name="connsiteY4" fmla="*/ 450152 h 462248"/>
                  <a:gd name="connsiteX5" fmla="*/ 0 w 476154"/>
                  <a:gd name="connsiteY5" fmla="*/ 462248 h 462248"/>
                  <a:gd name="connsiteX6" fmla="*/ 69913 w 476154"/>
                  <a:gd name="connsiteY6" fmla="*/ 462248 h 462248"/>
                  <a:gd name="connsiteX7" fmla="*/ 72295 w 476154"/>
                  <a:gd name="connsiteY7" fmla="*/ 457200 h 462248"/>
                  <a:gd name="connsiteX8" fmla="*/ 122396 w 476154"/>
                  <a:gd name="connsiteY8" fmla="*/ 345472 h 462248"/>
                  <a:gd name="connsiteX9" fmla="*/ 351949 w 476154"/>
                  <a:gd name="connsiteY9" fmla="*/ 345472 h 462248"/>
                  <a:gd name="connsiteX10" fmla="*/ 401479 w 476154"/>
                  <a:gd name="connsiteY10" fmla="*/ 457200 h 462248"/>
                  <a:gd name="connsiteX11" fmla="*/ 403670 w 476154"/>
                  <a:gd name="connsiteY11" fmla="*/ 462248 h 462248"/>
                  <a:gd name="connsiteX12" fmla="*/ 476155 w 476154"/>
                  <a:gd name="connsiteY12" fmla="*/ 462248 h 462248"/>
                  <a:gd name="connsiteX13" fmla="*/ 470630 w 476154"/>
                  <a:gd name="connsiteY13" fmla="*/ 450152 h 462248"/>
                  <a:gd name="connsiteX14" fmla="*/ 269177 w 476154"/>
                  <a:gd name="connsiteY14" fmla="*/ 5048 h 462248"/>
                  <a:gd name="connsiteX15" fmla="*/ 149543 w 476154"/>
                  <a:gd name="connsiteY15" fmla="*/ 283559 h 462248"/>
                  <a:gd name="connsiteX16" fmla="*/ 237268 w 476154"/>
                  <a:gd name="connsiteY16" fmla="*/ 87630 h 462248"/>
                  <a:gd name="connsiteX17" fmla="*/ 324612 w 476154"/>
                  <a:gd name="connsiteY17" fmla="*/ 283559 h 462248"/>
                  <a:gd name="connsiteX18" fmla="*/ 149543 w 476154"/>
                  <a:gd name="connsiteY18" fmla="*/ 283559 h 46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6154" h="462248">
                    <a:moveTo>
                      <a:pt x="269177" y="5048"/>
                    </a:moveTo>
                    <a:lnTo>
                      <a:pt x="266890" y="0"/>
                    </a:lnTo>
                    <a:lnTo>
                      <a:pt x="209169" y="0"/>
                    </a:lnTo>
                    <a:lnTo>
                      <a:pt x="206978" y="5048"/>
                    </a:lnTo>
                    <a:lnTo>
                      <a:pt x="5524" y="450152"/>
                    </a:lnTo>
                    <a:lnTo>
                      <a:pt x="0" y="462248"/>
                    </a:lnTo>
                    <a:lnTo>
                      <a:pt x="69913" y="462248"/>
                    </a:lnTo>
                    <a:lnTo>
                      <a:pt x="72295" y="457200"/>
                    </a:lnTo>
                    <a:lnTo>
                      <a:pt x="122396" y="345472"/>
                    </a:lnTo>
                    <a:lnTo>
                      <a:pt x="351949" y="345472"/>
                    </a:lnTo>
                    <a:lnTo>
                      <a:pt x="401479" y="457200"/>
                    </a:lnTo>
                    <a:lnTo>
                      <a:pt x="403670" y="462248"/>
                    </a:lnTo>
                    <a:lnTo>
                      <a:pt x="476155" y="462248"/>
                    </a:lnTo>
                    <a:lnTo>
                      <a:pt x="470630" y="450152"/>
                    </a:lnTo>
                    <a:lnTo>
                      <a:pt x="269177" y="5048"/>
                    </a:lnTo>
                    <a:close/>
                    <a:moveTo>
                      <a:pt x="149543" y="283559"/>
                    </a:moveTo>
                    <a:lnTo>
                      <a:pt x="237268" y="87630"/>
                    </a:lnTo>
                    <a:lnTo>
                      <a:pt x="324612" y="283559"/>
                    </a:lnTo>
                    <a:lnTo>
                      <a:pt x="149543" y="2835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0D052374-BD07-A902-DBC3-6B124DBFB520}"/>
                  </a:ext>
                </a:extLst>
              </p:cNvPr>
              <p:cNvSpPr/>
              <p:nvPr/>
            </p:nvSpPr>
            <p:spPr>
              <a:xfrm>
                <a:off x="7018432" y="3546728"/>
                <a:ext cx="391286" cy="459104"/>
              </a:xfrm>
              <a:custGeom>
                <a:avLst/>
                <a:gdLst>
                  <a:gd name="connsiteX0" fmla="*/ 252984 w 391286"/>
                  <a:gd name="connsiteY0" fmla="*/ 275082 h 459104"/>
                  <a:gd name="connsiteX1" fmla="*/ 366903 w 391286"/>
                  <a:gd name="connsiteY1" fmla="*/ 141161 h 459104"/>
                  <a:gd name="connsiteX2" fmla="*/ 366903 w 391286"/>
                  <a:gd name="connsiteY2" fmla="*/ 139922 h 459104"/>
                  <a:gd name="connsiteX3" fmla="*/ 330327 w 391286"/>
                  <a:gd name="connsiteY3" fmla="*/ 46768 h 459104"/>
                  <a:gd name="connsiteX4" fmla="*/ 198596 w 391286"/>
                  <a:gd name="connsiteY4" fmla="*/ 0 h 459104"/>
                  <a:gd name="connsiteX5" fmla="*/ 0 w 391286"/>
                  <a:gd name="connsiteY5" fmla="*/ 0 h 459104"/>
                  <a:gd name="connsiteX6" fmla="*/ 0 w 391286"/>
                  <a:gd name="connsiteY6" fmla="*/ 459105 h 459104"/>
                  <a:gd name="connsiteX7" fmla="*/ 66865 w 391286"/>
                  <a:gd name="connsiteY7" fmla="*/ 459105 h 459104"/>
                  <a:gd name="connsiteX8" fmla="*/ 66865 w 391286"/>
                  <a:gd name="connsiteY8" fmla="*/ 287369 h 459104"/>
                  <a:gd name="connsiteX9" fmla="*/ 180308 w 391286"/>
                  <a:gd name="connsiteY9" fmla="*/ 287369 h 459104"/>
                  <a:gd name="connsiteX10" fmla="*/ 306038 w 391286"/>
                  <a:gd name="connsiteY10" fmla="*/ 455676 h 459104"/>
                  <a:gd name="connsiteX11" fmla="*/ 308610 w 391286"/>
                  <a:gd name="connsiteY11" fmla="*/ 459105 h 459104"/>
                  <a:gd name="connsiteX12" fmla="*/ 391287 w 391286"/>
                  <a:gd name="connsiteY12" fmla="*/ 459105 h 459104"/>
                  <a:gd name="connsiteX13" fmla="*/ 381000 w 391286"/>
                  <a:gd name="connsiteY13" fmla="*/ 445389 h 459104"/>
                  <a:gd name="connsiteX14" fmla="*/ 252984 w 391286"/>
                  <a:gd name="connsiteY14" fmla="*/ 275082 h 459104"/>
                  <a:gd name="connsiteX15" fmla="*/ 66961 w 391286"/>
                  <a:gd name="connsiteY15" fmla="*/ 225362 h 459104"/>
                  <a:gd name="connsiteX16" fmla="*/ 66961 w 391286"/>
                  <a:gd name="connsiteY16" fmla="*/ 225362 h 459104"/>
                  <a:gd name="connsiteX17" fmla="*/ 66961 w 391286"/>
                  <a:gd name="connsiteY17" fmla="*/ 63151 h 459104"/>
                  <a:gd name="connsiteX18" fmla="*/ 194881 w 391286"/>
                  <a:gd name="connsiteY18" fmla="*/ 63151 h 459104"/>
                  <a:gd name="connsiteX19" fmla="*/ 299371 w 391286"/>
                  <a:gd name="connsiteY19" fmla="*/ 141732 h 459104"/>
                  <a:gd name="connsiteX20" fmla="*/ 299371 w 391286"/>
                  <a:gd name="connsiteY20" fmla="*/ 142970 h 459104"/>
                  <a:gd name="connsiteX21" fmla="*/ 194215 w 391286"/>
                  <a:gd name="connsiteY21" fmla="*/ 225362 h 459104"/>
                  <a:gd name="connsiteX22" fmla="*/ 66961 w 391286"/>
                  <a:gd name="connsiteY22" fmla="*/ 225362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91286" h="459104">
                    <a:moveTo>
                      <a:pt x="252984" y="275082"/>
                    </a:moveTo>
                    <a:cubicBezTo>
                      <a:pt x="324326" y="257556"/>
                      <a:pt x="366903" y="208502"/>
                      <a:pt x="366903" y="141161"/>
                    </a:cubicBezTo>
                    <a:lnTo>
                      <a:pt x="366903" y="139922"/>
                    </a:lnTo>
                    <a:cubicBezTo>
                      <a:pt x="366903" y="103442"/>
                      <a:pt x="353854" y="70294"/>
                      <a:pt x="330327" y="46768"/>
                    </a:cubicBezTo>
                    <a:cubicBezTo>
                      <a:pt x="300228" y="16669"/>
                      <a:pt x="253460" y="0"/>
                      <a:pt x="198596" y="0"/>
                    </a:cubicBezTo>
                    <a:lnTo>
                      <a:pt x="0" y="0"/>
                    </a:lnTo>
                    <a:lnTo>
                      <a:pt x="0" y="459105"/>
                    </a:lnTo>
                    <a:lnTo>
                      <a:pt x="66865" y="459105"/>
                    </a:lnTo>
                    <a:lnTo>
                      <a:pt x="66865" y="287369"/>
                    </a:lnTo>
                    <a:lnTo>
                      <a:pt x="180308" y="287369"/>
                    </a:lnTo>
                    <a:lnTo>
                      <a:pt x="306038" y="455676"/>
                    </a:lnTo>
                    <a:lnTo>
                      <a:pt x="308610" y="459105"/>
                    </a:lnTo>
                    <a:lnTo>
                      <a:pt x="391287" y="459105"/>
                    </a:lnTo>
                    <a:lnTo>
                      <a:pt x="381000" y="445389"/>
                    </a:lnTo>
                    <a:lnTo>
                      <a:pt x="252984" y="275082"/>
                    </a:lnTo>
                    <a:close/>
                    <a:moveTo>
                      <a:pt x="66961" y="225362"/>
                    </a:moveTo>
                    <a:lnTo>
                      <a:pt x="66961" y="225362"/>
                    </a:lnTo>
                    <a:lnTo>
                      <a:pt x="66961" y="63151"/>
                    </a:lnTo>
                    <a:lnTo>
                      <a:pt x="194881" y="63151"/>
                    </a:lnTo>
                    <a:cubicBezTo>
                      <a:pt x="261366" y="63151"/>
                      <a:pt x="299371" y="91726"/>
                      <a:pt x="299371" y="141732"/>
                    </a:cubicBezTo>
                    <a:lnTo>
                      <a:pt x="299371" y="142970"/>
                    </a:lnTo>
                    <a:cubicBezTo>
                      <a:pt x="299371" y="192976"/>
                      <a:pt x="258127" y="225362"/>
                      <a:pt x="194215" y="225362"/>
                    </a:cubicBezTo>
                    <a:lnTo>
                      <a:pt x="66961" y="22536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0FB7539-036E-5BD3-FD75-43A8B59BF766}"/>
                  </a:ext>
                </a:extLst>
              </p:cNvPr>
              <p:cNvSpPr/>
              <p:nvPr/>
            </p:nvSpPr>
            <p:spPr>
              <a:xfrm>
                <a:off x="8425179" y="3540441"/>
                <a:ext cx="351948" cy="471582"/>
              </a:xfrm>
              <a:custGeom>
                <a:avLst/>
                <a:gdLst>
                  <a:gd name="connsiteX0" fmla="*/ 201263 w 351948"/>
                  <a:gd name="connsiteY0" fmla="*/ 203454 h 471582"/>
                  <a:gd name="connsiteX1" fmla="*/ 88011 w 351948"/>
                  <a:gd name="connsiteY1" fmla="*/ 126016 h 471582"/>
                  <a:gd name="connsiteX2" fmla="*/ 88011 w 351948"/>
                  <a:gd name="connsiteY2" fmla="*/ 124778 h 471582"/>
                  <a:gd name="connsiteX3" fmla="*/ 173545 w 351948"/>
                  <a:gd name="connsiteY3" fmla="*/ 61913 h 471582"/>
                  <a:gd name="connsiteX4" fmla="*/ 295656 w 351948"/>
                  <a:gd name="connsiteY4" fmla="*/ 108014 h 471582"/>
                  <a:gd name="connsiteX5" fmla="*/ 302514 w 351948"/>
                  <a:gd name="connsiteY5" fmla="*/ 113633 h 471582"/>
                  <a:gd name="connsiteX6" fmla="*/ 307943 w 351948"/>
                  <a:gd name="connsiteY6" fmla="*/ 106490 h 471582"/>
                  <a:gd name="connsiteX7" fmla="*/ 336995 w 351948"/>
                  <a:gd name="connsiteY7" fmla="*/ 68008 h 471582"/>
                  <a:gd name="connsiteX8" fmla="*/ 341947 w 351948"/>
                  <a:gd name="connsiteY8" fmla="*/ 61436 h 471582"/>
                  <a:gd name="connsiteX9" fmla="*/ 335470 w 351948"/>
                  <a:gd name="connsiteY9" fmla="*/ 56198 h 471582"/>
                  <a:gd name="connsiteX10" fmla="*/ 174879 w 351948"/>
                  <a:gd name="connsiteY10" fmla="*/ 0 h 471582"/>
                  <a:gd name="connsiteX11" fmla="*/ 21050 w 351948"/>
                  <a:gd name="connsiteY11" fmla="*/ 129159 h 471582"/>
                  <a:gd name="connsiteX12" fmla="*/ 21050 w 351948"/>
                  <a:gd name="connsiteY12" fmla="*/ 130397 h 471582"/>
                  <a:gd name="connsiteX13" fmla="*/ 176213 w 351948"/>
                  <a:gd name="connsiteY13" fmla="*/ 266224 h 471582"/>
                  <a:gd name="connsiteX14" fmla="*/ 284416 w 351948"/>
                  <a:gd name="connsiteY14" fmla="*/ 341852 h 471582"/>
                  <a:gd name="connsiteX15" fmla="*/ 284416 w 351948"/>
                  <a:gd name="connsiteY15" fmla="*/ 343091 h 471582"/>
                  <a:gd name="connsiteX16" fmla="*/ 194405 w 351948"/>
                  <a:gd name="connsiteY16" fmla="*/ 409670 h 471582"/>
                  <a:gd name="connsiteX17" fmla="*/ 48577 w 351948"/>
                  <a:gd name="connsiteY17" fmla="*/ 349377 h 471582"/>
                  <a:gd name="connsiteX18" fmla="*/ 42005 w 351948"/>
                  <a:gd name="connsiteY18" fmla="*/ 343471 h 471582"/>
                  <a:gd name="connsiteX19" fmla="*/ 36290 w 351948"/>
                  <a:gd name="connsiteY19" fmla="*/ 350139 h 471582"/>
                  <a:gd name="connsiteX20" fmla="*/ 5334 w 351948"/>
                  <a:gd name="connsiteY20" fmla="*/ 386810 h 471582"/>
                  <a:gd name="connsiteX21" fmla="*/ 0 w 351948"/>
                  <a:gd name="connsiteY21" fmla="*/ 393097 h 471582"/>
                  <a:gd name="connsiteX22" fmla="*/ 6191 w 351948"/>
                  <a:gd name="connsiteY22" fmla="*/ 398717 h 471582"/>
                  <a:gd name="connsiteX23" fmla="*/ 192500 w 351948"/>
                  <a:gd name="connsiteY23" fmla="*/ 471583 h 471582"/>
                  <a:gd name="connsiteX24" fmla="*/ 351949 w 351948"/>
                  <a:gd name="connsiteY24" fmla="*/ 338042 h 471582"/>
                  <a:gd name="connsiteX25" fmla="*/ 351949 w 351948"/>
                  <a:gd name="connsiteY25" fmla="*/ 336709 h 471582"/>
                  <a:gd name="connsiteX26" fmla="*/ 201263 w 351948"/>
                  <a:gd name="connsiteY26" fmla="*/ 203263 h 47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51948" h="471582">
                    <a:moveTo>
                      <a:pt x="201263" y="203454"/>
                    </a:moveTo>
                    <a:cubicBezTo>
                      <a:pt x="105537" y="182975"/>
                      <a:pt x="88011" y="161258"/>
                      <a:pt x="88011" y="126016"/>
                    </a:cubicBezTo>
                    <a:lnTo>
                      <a:pt x="88011" y="124778"/>
                    </a:lnTo>
                    <a:cubicBezTo>
                      <a:pt x="88011" y="87821"/>
                      <a:pt x="123158" y="61913"/>
                      <a:pt x="173545" y="61913"/>
                    </a:cubicBezTo>
                    <a:cubicBezTo>
                      <a:pt x="218408" y="61913"/>
                      <a:pt x="257175" y="76581"/>
                      <a:pt x="295656" y="108014"/>
                    </a:cubicBezTo>
                    <a:lnTo>
                      <a:pt x="302514" y="113633"/>
                    </a:lnTo>
                    <a:lnTo>
                      <a:pt x="307943" y="106490"/>
                    </a:lnTo>
                    <a:lnTo>
                      <a:pt x="336995" y="68008"/>
                    </a:lnTo>
                    <a:lnTo>
                      <a:pt x="341947" y="61436"/>
                    </a:lnTo>
                    <a:lnTo>
                      <a:pt x="335470" y="56198"/>
                    </a:lnTo>
                    <a:cubicBezTo>
                      <a:pt x="286512" y="16764"/>
                      <a:pt x="238410" y="0"/>
                      <a:pt x="174879" y="0"/>
                    </a:cubicBezTo>
                    <a:cubicBezTo>
                      <a:pt x="85820" y="0"/>
                      <a:pt x="21050" y="54293"/>
                      <a:pt x="21050" y="129159"/>
                    </a:cubicBezTo>
                    <a:lnTo>
                      <a:pt x="21050" y="130397"/>
                    </a:lnTo>
                    <a:cubicBezTo>
                      <a:pt x="21050" y="215265"/>
                      <a:pt x="83058" y="246031"/>
                      <a:pt x="176213" y="266224"/>
                    </a:cubicBezTo>
                    <a:cubicBezTo>
                      <a:pt x="267652" y="285464"/>
                      <a:pt x="284416" y="306800"/>
                      <a:pt x="284416" y="341852"/>
                    </a:cubicBezTo>
                    <a:lnTo>
                      <a:pt x="284416" y="343091"/>
                    </a:lnTo>
                    <a:cubicBezTo>
                      <a:pt x="284416" y="382905"/>
                      <a:pt x="248221" y="409670"/>
                      <a:pt x="194405" y="409670"/>
                    </a:cubicBezTo>
                    <a:cubicBezTo>
                      <a:pt x="140589" y="409670"/>
                      <a:pt x="96012" y="392240"/>
                      <a:pt x="48577" y="349377"/>
                    </a:cubicBezTo>
                    <a:lnTo>
                      <a:pt x="42005" y="343471"/>
                    </a:lnTo>
                    <a:lnTo>
                      <a:pt x="36290" y="350139"/>
                    </a:lnTo>
                    <a:lnTo>
                      <a:pt x="5334" y="386810"/>
                    </a:lnTo>
                    <a:lnTo>
                      <a:pt x="0" y="393097"/>
                    </a:lnTo>
                    <a:lnTo>
                      <a:pt x="6191" y="398717"/>
                    </a:lnTo>
                    <a:cubicBezTo>
                      <a:pt x="61913" y="448437"/>
                      <a:pt x="121062" y="471583"/>
                      <a:pt x="192500" y="471583"/>
                    </a:cubicBezTo>
                    <a:cubicBezTo>
                      <a:pt x="286321" y="471583"/>
                      <a:pt x="351949" y="416719"/>
                      <a:pt x="351949" y="338042"/>
                    </a:cubicBezTo>
                    <a:lnTo>
                      <a:pt x="351949" y="336709"/>
                    </a:lnTo>
                    <a:cubicBezTo>
                      <a:pt x="351949" y="266224"/>
                      <a:pt x="306895" y="226314"/>
                      <a:pt x="201263" y="2032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A049904-41C1-D54E-B1C3-470EADBF9BBD}"/>
                  </a:ext>
                </a:extLst>
              </p:cNvPr>
              <p:cNvSpPr/>
              <p:nvPr/>
            </p:nvSpPr>
            <p:spPr>
              <a:xfrm>
                <a:off x="7695850" y="2808636"/>
                <a:ext cx="445769" cy="604265"/>
              </a:xfrm>
              <a:custGeom>
                <a:avLst/>
                <a:gdLst>
                  <a:gd name="connsiteX0" fmla="*/ 83344 w 445769"/>
                  <a:gd name="connsiteY0" fmla="*/ 526923 h 604265"/>
                  <a:gd name="connsiteX1" fmla="*/ 83344 w 445769"/>
                  <a:gd name="connsiteY1" fmla="*/ 338328 h 604265"/>
                  <a:gd name="connsiteX2" fmla="*/ 395288 w 445769"/>
                  <a:gd name="connsiteY2" fmla="*/ 338328 h 604265"/>
                  <a:gd name="connsiteX3" fmla="*/ 403860 w 445769"/>
                  <a:gd name="connsiteY3" fmla="*/ 338328 h 604265"/>
                  <a:gd name="connsiteX4" fmla="*/ 403860 w 445769"/>
                  <a:gd name="connsiteY4" fmla="*/ 329851 h 604265"/>
                  <a:gd name="connsiteX5" fmla="*/ 403860 w 445769"/>
                  <a:gd name="connsiteY5" fmla="*/ 269462 h 604265"/>
                  <a:gd name="connsiteX6" fmla="*/ 403860 w 445769"/>
                  <a:gd name="connsiteY6" fmla="*/ 260985 h 604265"/>
                  <a:gd name="connsiteX7" fmla="*/ 395288 w 445769"/>
                  <a:gd name="connsiteY7" fmla="*/ 260985 h 604265"/>
                  <a:gd name="connsiteX8" fmla="*/ 83344 w 445769"/>
                  <a:gd name="connsiteY8" fmla="*/ 260985 h 604265"/>
                  <a:gd name="connsiteX9" fmla="*/ 83344 w 445769"/>
                  <a:gd name="connsiteY9" fmla="*/ 77438 h 604265"/>
                  <a:gd name="connsiteX10" fmla="*/ 433101 w 445769"/>
                  <a:gd name="connsiteY10" fmla="*/ 77438 h 604265"/>
                  <a:gd name="connsiteX11" fmla="*/ 441579 w 445769"/>
                  <a:gd name="connsiteY11" fmla="*/ 77438 h 604265"/>
                  <a:gd name="connsiteX12" fmla="*/ 441579 w 445769"/>
                  <a:gd name="connsiteY12" fmla="*/ 68961 h 604265"/>
                  <a:gd name="connsiteX13" fmla="*/ 441579 w 445769"/>
                  <a:gd name="connsiteY13" fmla="*/ 8477 h 604265"/>
                  <a:gd name="connsiteX14" fmla="*/ 441579 w 445769"/>
                  <a:gd name="connsiteY14" fmla="*/ 0 h 604265"/>
                  <a:gd name="connsiteX15" fmla="*/ 433101 w 445769"/>
                  <a:gd name="connsiteY15" fmla="*/ 0 h 604265"/>
                  <a:gd name="connsiteX16" fmla="*/ 8572 w 445769"/>
                  <a:gd name="connsiteY16" fmla="*/ 0 h 604265"/>
                  <a:gd name="connsiteX17" fmla="*/ 0 w 445769"/>
                  <a:gd name="connsiteY17" fmla="*/ 0 h 604265"/>
                  <a:gd name="connsiteX18" fmla="*/ 0 w 445769"/>
                  <a:gd name="connsiteY18" fmla="*/ 8477 h 604265"/>
                  <a:gd name="connsiteX19" fmla="*/ 0 w 445769"/>
                  <a:gd name="connsiteY19" fmla="*/ 595884 h 604265"/>
                  <a:gd name="connsiteX20" fmla="*/ 0 w 445769"/>
                  <a:gd name="connsiteY20" fmla="*/ 604266 h 604265"/>
                  <a:gd name="connsiteX21" fmla="*/ 8572 w 445769"/>
                  <a:gd name="connsiteY21" fmla="*/ 604266 h 604265"/>
                  <a:gd name="connsiteX22" fmla="*/ 437293 w 445769"/>
                  <a:gd name="connsiteY22" fmla="*/ 604266 h 604265"/>
                  <a:gd name="connsiteX23" fmla="*/ 445770 w 445769"/>
                  <a:gd name="connsiteY23" fmla="*/ 604266 h 604265"/>
                  <a:gd name="connsiteX24" fmla="*/ 445770 w 445769"/>
                  <a:gd name="connsiteY24" fmla="*/ 595884 h 604265"/>
                  <a:gd name="connsiteX25" fmla="*/ 445770 w 445769"/>
                  <a:gd name="connsiteY25" fmla="*/ 535400 h 604265"/>
                  <a:gd name="connsiteX26" fmla="*/ 445770 w 445769"/>
                  <a:gd name="connsiteY26" fmla="*/ 526923 h 604265"/>
                  <a:gd name="connsiteX27" fmla="*/ 437293 w 445769"/>
                  <a:gd name="connsiteY27" fmla="*/ 526923 h 604265"/>
                  <a:gd name="connsiteX28" fmla="*/ 83344 w 445769"/>
                  <a:gd name="connsiteY28" fmla="*/ 526923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45769" h="604265">
                    <a:moveTo>
                      <a:pt x="83344" y="526923"/>
                    </a:moveTo>
                    <a:lnTo>
                      <a:pt x="83344" y="338328"/>
                    </a:lnTo>
                    <a:lnTo>
                      <a:pt x="395288" y="338328"/>
                    </a:lnTo>
                    <a:lnTo>
                      <a:pt x="403860" y="338328"/>
                    </a:lnTo>
                    <a:lnTo>
                      <a:pt x="403860" y="329851"/>
                    </a:lnTo>
                    <a:lnTo>
                      <a:pt x="403860" y="269462"/>
                    </a:lnTo>
                    <a:lnTo>
                      <a:pt x="403860" y="260985"/>
                    </a:lnTo>
                    <a:lnTo>
                      <a:pt x="395288" y="260985"/>
                    </a:lnTo>
                    <a:lnTo>
                      <a:pt x="83344" y="260985"/>
                    </a:lnTo>
                    <a:lnTo>
                      <a:pt x="83344" y="77438"/>
                    </a:lnTo>
                    <a:lnTo>
                      <a:pt x="433101" y="77438"/>
                    </a:lnTo>
                    <a:lnTo>
                      <a:pt x="441579" y="77438"/>
                    </a:lnTo>
                    <a:lnTo>
                      <a:pt x="441579" y="68961"/>
                    </a:lnTo>
                    <a:lnTo>
                      <a:pt x="441579" y="8477"/>
                    </a:lnTo>
                    <a:lnTo>
                      <a:pt x="441579" y="0"/>
                    </a:lnTo>
                    <a:lnTo>
                      <a:pt x="433101" y="0"/>
                    </a:lnTo>
                    <a:lnTo>
                      <a:pt x="8572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572" y="604266"/>
                    </a:lnTo>
                    <a:lnTo>
                      <a:pt x="437293" y="604266"/>
                    </a:lnTo>
                    <a:lnTo>
                      <a:pt x="445770" y="604266"/>
                    </a:lnTo>
                    <a:lnTo>
                      <a:pt x="445770" y="595884"/>
                    </a:lnTo>
                    <a:lnTo>
                      <a:pt x="445770" y="535400"/>
                    </a:lnTo>
                    <a:lnTo>
                      <a:pt x="445770" y="526923"/>
                    </a:lnTo>
                    <a:lnTo>
                      <a:pt x="437293" y="526923"/>
                    </a:lnTo>
                    <a:lnTo>
                      <a:pt x="83344" y="5269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F95A04E-0D36-F8D2-B8B2-CAA5124AAB27}"/>
                  </a:ext>
                </a:extLst>
              </p:cNvPr>
              <p:cNvSpPr/>
              <p:nvPr/>
            </p:nvSpPr>
            <p:spPr>
              <a:xfrm>
                <a:off x="5257259" y="2804540"/>
                <a:ext cx="623601" cy="608361"/>
              </a:xfrm>
              <a:custGeom>
                <a:avLst/>
                <a:gdLst>
                  <a:gd name="connsiteX0" fmla="*/ 533591 w 623601"/>
                  <a:gd name="connsiteY0" fmla="*/ 608362 h 608361"/>
                  <a:gd name="connsiteX1" fmla="*/ 623602 w 623601"/>
                  <a:gd name="connsiteY1" fmla="*/ 608362 h 608361"/>
                  <a:gd name="connsiteX2" fmla="*/ 618173 w 623601"/>
                  <a:gd name="connsiteY2" fmla="*/ 596456 h 608361"/>
                  <a:gd name="connsiteX3" fmla="*/ 350520 w 623601"/>
                  <a:gd name="connsiteY3" fmla="*/ 4953 h 608361"/>
                  <a:gd name="connsiteX4" fmla="*/ 348329 w 623601"/>
                  <a:gd name="connsiteY4" fmla="*/ 0 h 608361"/>
                  <a:gd name="connsiteX5" fmla="*/ 275272 w 623601"/>
                  <a:gd name="connsiteY5" fmla="*/ 0 h 608361"/>
                  <a:gd name="connsiteX6" fmla="*/ 273082 w 623601"/>
                  <a:gd name="connsiteY6" fmla="*/ 4953 h 608361"/>
                  <a:gd name="connsiteX7" fmla="*/ 5429 w 623601"/>
                  <a:gd name="connsiteY7" fmla="*/ 596456 h 608361"/>
                  <a:gd name="connsiteX8" fmla="*/ 0 w 623601"/>
                  <a:gd name="connsiteY8" fmla="*/ 608362 h 608361"/>
                  <a:gd name="connsiteX9" fmla="*/ 86582 w 623601"/>
                  <a:gd name="connsiteY9" fmla="*/ 608362 h 608361"/>
                  <a:gd name="connsiteX10" fmla="*/ 88868 w 623601"/>
                  <a:gd name="connsiteY10" fmla="*/ 603409 h 608361"/>
                  <a:gd name="connsiteX11" fmla="*/ 156210 w 623601"/>
                  <a:gd name="connsiteY11" fmla="*/ 453199 h 608361"/>
                  <a:gd name="connsiteX12" fmla="*/ 464915 w 623601"/>
                  <a:gd name="connsiteY12" fmla="*/ 453199 h 608361"/>
                  <a:gd name="connsiteX13" fmla="*/ 531495 w 623601"/>
                  <a:gd name="connsiteY13" fmla="*/ 603409 h 608361"/>
                  <a:gd name="connsiteX14" fmla="*/ 533686 w 623601"/>
                  <a:gd name="connsiteY14" fmla="*/ 608362 h 608361"/>
                  <a:gd name="connsiteX15" fmla="*/ 189833 w 623601"/>
                  <a:gd name="connsiteY15" fmla="*/ 376714 h 608361"/>
                  <a:gd name="connsiteX16" fmla="*/ 310991 w 623601"/>
                  <a:gd name="connsiteY16" fmla="*/ 106394 h 608361"/>
                  <a:gd name="connsiteX17" fmla="*/ 431387 w 623601"/>
                  <a:gd name="connsiteY17" fmla="*/ 376714 h 608361"/>
                  <a:gd name="connsiteX18" fmla="*/ 189833 w 623601"/>
                  <a:gd name="connsiteY18" fmla="*/ 376714 h 60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23601" h="608361">
                    <a:moveTo>
                      <a:pt x="533591" y="608362"/>
                    </a:moveTo>
                    <a:lnTo>
                      <a:pt x="623602" y="608362"/>
                    </a:lnTo>
                    <a:lnTo>
                      <a:pt x="618173" y="596456"/>
                    </a:lnTo>
                    <a:lnTo>
                      <a:pt x="350520" y="4953"/>
                    </a:lnTo>
                    <a:lnTo>
                      <a:pt x="348329" y="0"/>
                    </a:lnTo>
                    <a:lnTo>
                      <a:pt x="275272" y="0"/>
                    </a:lnTo>
                    <a:lnTo>
                      <a:pt x="273082" y="4953"/>
                    </a:lnTo>
                    <a:lnTo>
                      <a:pt x="5429" y="596456"/>
                    </a:lnTo>
                    <a:lnTo>
                      <a:pt x="0" y="608362"/>
                    </a:lnTo>
                    <a:lnTo>
                      <a:pt x="86582" y="608362"/>
                    </a:lnTo>
                    <a:lnTo>
                      <a:pt x="88868" y="603409"/>
                    </a:lnTo>
                    <a:lnTo>
                      <a:pt x="156210" y="453199"/>
                    </a:lnTo>
                    <a:lnTo>
                      <a:pt x="464915" y="453199"/>
                    </a:lnTo>
                    <a:lnTo>
                      <a:pt x="531495" y="603409"/>
                    </a:lnTo>
                    <a:lnTo>
                      <a:pt x="533686" y="608362"/>
                    </a:lnTo>
                    <a:close/>
                    <a:moveTo>
                      <a:pt x="189833" y="376714"/>
                    </a:moveTo>
                    <a:lnTo>
                      <a:pt x="310991" y="106394"/>
                    </a:lnTo>
                    <a:lnTo>
                      <a:pt x="431387" y="376714"/>
                    </a:lnTo>
                    <a:lnTo>
                      <a:pt x="189833" y="37671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6E015B8-AAFB-E27E-6D5D-A4D209665B7A}"/>
                  </a:ext>
                </a:extLst>
              </p:cNvPr>
              <p:cNvSpPr/>
              <p:nvPr/>
            </p:nvSpPr>
            <p:spPr>
              <a:xfrm>
                <a:off x="5958299" y="2808731"/>
                <a:ext cx="456533" cy="604170"/>
              </a:xfrm>
              <a:custGeom>
                <a:avLst/>
                <a:gdLst>
                  <a:gd name="connsiteX0" fmla="*/ 74771 w 456533"/>
                  <a:gd name="connsiteY0" fmla="*/ 604171 h 604170"/>
                  <a:gd name="connsiteX1" fmla="*/ 74771 w 456533"/>
                  <a:gd name="connsiteY1" fmla="*/ 604171 h 604170"/>
                  <a:gd name="connsiteX2" fmla="*/ 83153 w 456533"/>
                  <a:gd name="connsiteY2" fmla="*/ 604171 h 604170"/>
                  <a:gd name="connsiteX3" fmla="*/ 83153 w 456533"/>
                  <a:gd name="connsiteY3" fmla="*/ 397002 h 604170"/>
                  <a:gd name="connsiteX4" fmla="*/ 217361 w 456533"/>
                  <a:gd name="connsiteY4" fmla="*/ 397002 h 604170"/>
                  <a:gd name="connsiteX5" fmla="*/ 456533 w 456533"/>
                  <a:gd name="connsiteY5" fmla="*/ 196405 h 604170"/>
                  <a:gd name="connsiteX6" fmla="*/ 456533 w 456533"/>
                  <a:gd name="connsiteY6" fmla="*/ 194691 h 604170"/>
                  <a:gd name="connsiteX7" fmla="*/ 228219 w 456533"/>
                  <a:gd name="connsiteY7" fmla="*/ 0 h 604170"/>
                  <a:gd name="connsiteX8" fmla="*/ 0 w 456533"/>
                  <a:gd name="connsiteY8" fmla="*/ 0 h 604170"/>
                  <a:gd name="connsiteX9" fmla="*/ 0 w 456533"/>
                  <a:gd name="connsiteY9" fmla="*/ 604171 h 604170"/>
                  <a:gd name="connsiteX10" fmla="*/ 74771 w 456533"/>
                  <a:gd name="connsiteY10" fmla="*/ 604171 h 604170"/>
                  <a:gd name="connsiteX11" fmla="*/ 83153 w 456533"/>
                  <a:gd name="connsiteY11" fmla="*/ 78105 h 604170"/>
                  <a:gd name="connsiteX12" fmla="*/ 223266 w 456533"/>
                  <a:gd name="connsiteY12" fmla="*/ 78105 h 604170"/>
                  <a:gd name="connsiteX13" fmla="*/ 372523 w 456533"/>
                  <a:gd name="connsiteY13" fmla="*/ 197168 h 604170"/>
                  <a:gd name="connsiteX14" fmla="*/ 372523 w 456533"/>
                  <a:gd name="connsiteY14" fmla="*/ 198882 h 604170"/>
                  <a:gd name="connsiteX15" fmla="*/ 219837 w 456533"/>
                  <a:gd name="connsiteY15" fmla="*/ 319564 h 604170"/>
                  <a:gd name="connsiteX16" fmla="*/ 83153 w 456533"/>
                  <a:gd name="connsiteY16" fmla="*/ 319564 h 604170"/>
                  <a:gd name="connsiteX17" fmla="*/ 83153 w 456533"/>
                  <a:gd name="connsiteY17" fmla="*/ 78010 h 60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6533" h="604170">
                    <a:moveTo>
                      <a:pt x="74771" y="604171"/>
                    </a:moveTo>
                    <a:lnTo>
                      <a:pt x="74771" y="604171"/>
                    </a:lnTo>
                    <a:cubicBezTo>
                      <a:pt x="74771" y="604171"/>
                      <a:pt x="83153" y="604171"/>
                      <a:pt x="83153" y="604171"/>
                    </a:cubicBezTo>
                    <a:lnTo>
                      <a:pt x="83153" y="397002"/>
                    </a:lnTo>
                    <a:lnTo>
                      <a:pt x="217361" y="397002"/>
                    </a:lnTo>
                    <a:cubicBezTo>
                      <a:pt x="336423" y="397002"/>
                      <a:pt x="456533" y="334994"/>
                      <a:pt x="456533" y="196405"/>
                    </a:cubicBezTo>
                    <a:lnTo>
                      <a:pt x="456533" y="194691"/>
                    </a:lnTo>
                    <a:cubicBezTo>
                      <a:pt x="456533" y="76391"/>
                      <a:pt x="366903" y="0"/>
                      <a:pt x="228219" y="0"/>
                    </a:cubicBezTo>
                    <a:lnTo>
                      <a:pt x="0" y="0"/>
                    </a:lnTo>
                    <a:lnTo>
                      <a:pt x="0" y="604171"/>
                    </a:lnTo>
                    <a:lnTo>
                      <a:pt x="74771" y="604171"/>
                    </a:lnTo>
                    <a:close/>
                    <a:moveTo>
                      <a:pt x="83153" y="78105"/>
                    </a:moveTo>
                    <a:lnTo>
                      <a:pt x="223266" y="78105"/>
                    </a:lnTo>
                    <a:cubicBezTo>
                      <a:pt x="318135" y="78105"/>
                      <a:pt x="372523" y="121539"/>
                      <a:pt x="372523" y="197168"/>
                    </a:cubicBezTo>
                    <a:lnTo>
                      <a:pt x="372523" y="198882"/>
                    </a:lnTo>
                    <a:cubicBezTo>
                      <a:pt x="372523" y="272224"/>
                      <a:pt x="312611" y="319564"/>
                      <a:pt x="219837" y="319564"/>
                    </a:cubicBezTo>
                    <a:lnTo>
                      <a:pt x="83153" y="319564"/>
                    </a:lnTo>
                    <a:lnTo>
                      <a:pt x="83153" y="7801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37A0332-A880-445E-E4B8-E324046EC97C}"/>
                  </a:ext>
                </a:extLst>
              </p:cNvPr>
              <p:cNvSpPr/>
              <p:nvPr/>
            </p:nvSpPr>
            <p:spPr>
              <a:xfrm>
                <a:off x="7482395" y="2808636"/>
                <a:ext cx="83248" cy="604265"/>
              </a:xfrm>
              <a:custGeom>
                <a:avLst/>
                <a:gdLst>
                  <a:gd name="connsiteX0" fmla="*/ 8572 w 83248"/>
                  <a:gd name="connsiteY0" fmla="*/ 0 h 604265"/>
                  <a:gd name="connsiteX1" fmla="*/ 0 w 83248"/>
                  <a:gd name="connsiteY1" fmla="*/ 0 h 604265"/>
                  <a:gd name="connsiteX2" fmla="*/ 0 w 83248"/>
                  <a:gd name="connsiteY2" fmla="*/ 8477 h 604265"/>
                  <a:gd name="connsiteX3" fmla="*/ 0 w 83248"/>
                  <a:gd name="connsiteY3" fmla="*/ 595884 h 604265"/>
                  <a:gd name="connsiteX4" fmla="*/ 0 w 83248"/>
                  <a:gd name="connsiteY4" fmla="*/ 604266 h 604265"/>
                  <a:gd name="connsiteX5" fmla="*/ 8572 w 83248"/>
                  <a:gd name="connsiteY5" fmla="*/ 604266 h 604265"/>
                  <a:gd name="connsiteX6" fmla="*/ 74866 w 83248"/>
                  <a:gd name="connsiteY6" fmla="*/ 604266 h 604265"/>
                  <a:gd name="connsiteX7" fmla="*/ 83248 w 83248"/>
                  <a:gd name="connsiteY7" fmla="*/ 604266 h 604265"/>
                  <a:gd name="connsiteX8" fmla="*/ 83248 w 83248"/>
                  <a:gd name="connsiteY8" fmla="*/ 595884 h 604265"/>
                  <a:gd name="connsiteX9" fmla="*/ 83248 w 83248"/>
                  <a:gd name="connsiteY9" fmla="*/ 8477 h 604265"/>
                  <a:gd name="connsiteX10" fmla="*/ 83248 w 83248"/>
                  <a:gd name="connsiteY10" fmla="*/ 0 h 604265"/>
                  <a:gd name="connsiteX11" fmla="*/ 74866 w 83248"/>
                  <a:gd name="connsiteY11" fmla="*/ 0 h 604265"/>
                  <a:gd name="connsiteX12" fmla="*/ 8572 w 83248"/>
                  <a:gd name="connsiteY12" fmla="*/ 0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248" h="604265">
                    <a:moveTo>
                      <a:pt x="8572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572" y="604266"/>
                    </a:lnTo>
                    <a:lnTo>
                      <a:pt x="74866" y="604266"/>
                    </a:lnTo>
                    <a:lnTo>
                      <a:pt x="83248" y="604266"/>
                    </a:lnTo>
                    <a:lnTo>
                      <a:pt x="83248" y="595884"/>
                    </a:lnTo>
                    <a:lnTo>
                      <a:pt x="83248" y="8477"/>
                    </a:lnTo>
                    <a:lnTo>
                      <a:pt x="83248" y="0"/>
                    </a:lnTo>
                    <a:lnTo>
                      <a:pt x="74866" y="0"/>
                    </a:lnTo>
                    <a:lnTo>
                      <a:pt x="857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48FBBB1-A940-15B7-64D2-719546103784}"/>
                  </a:ext>
                </a:extLst>
              </p:cNvPr>
              <p:cNvSpPr/>
              <p:nvPr/>
            </p:nvSpPr>
            <p:spPr>
              <a:xfrm>
                <a:off x="8243918" y="2808541"/>
                <a:ext cx="532923" cy="604361"/>
              </a:xfrm>
              <a:custGeom>
                <a:avLst/>
                <a:gdLst>
                  <a:gd name="connsiteX0" fmla="*/ 212313 w 532923"/>
                  <a:gd name="connsiteY0" fmla="*/ 604361 h 604361"/>
                  <a:gd name="connsiteX1" fmla="*/ 212313 w 532923"/>
                  <a:gd name="connsiteY1" fmla="*/ 604361 h 604361"/>
                  <a:gd name="connsiteX2" fmla="*/ 532924 w 532923"/>
                  <a:gd name="connsiteY2" fmla="*/ 302228 h 604361"/>
                  <a:gd name="connsiteX3" fmla="*/ 532924 w 532923"/>
                  <a:gd name="connsiteY3" fmla="*/ 300514 h 604361"/>
                  <a:gd name="connsiteX4" fmla="*/ 212313 w 532923"/>
                  <a:gd name="connsiteY4" fmla="*/ 0 h 604361"/>
                  <a:gd name="connsiteX5" fmla="*/ 0 w 532923"/>
                  <a:gd name="connsiteY5" fmla="*/ 0 h 604361"/>
                  <a:gd name="connsiteX6" fmla="*/ 0 w 532923"/>
                  <a:gd name="connsiteY6" fmla="*/ 604266 h 604361"/>
                  <a:gd name="connsiteX7" fmla="*/ 212313 w 532923"/>
                  <a:gd name="connsiteY7" fmla="*/ 604266 h 604361"/>
                  <a:gd name="connsiteX8" fmla="*/ 83248 w 532923"/>
                  <a:gd name="connsiteY8" fmla="*/ 78296 h 604361"/>
                  <a:gd name="connsiteX9" fmla="*/ 212313 w 532923"/>
                  <a:gd name="connsiteY9" fmla="*/ 78296 h 604361"/>
                  <a:gd name="connsiteX10" fmla="*/ 447199 w 532923"/>
                  <a:gd name="connsiteY10" fmla="*/ 302228 h 604361"/>
                  <a:gd name="connsiteX11" fmla="*/ 447199 w 532923"/>
                  <a:gd name="connsiteY11" fmla="*/ 303943 h 604361"/>
                  <a:gd name="connsiteX12" fmla="*/ 212313 w 532923"/>
                  <a:gd name="connsiteY12" fmla="*/ 526161 h 604361"/>
                  <a:gd name="connsiteX13" fmla="*/ 83248 w 532923"/>
                  <a:gd name="connsiteY13" fmla="*/ 526161 h 604361"/>
                  <a:gd name="connsiteX14" fmla="*/ 83248 w 532923"/>
                  <a:gd name="connsiteY14" fmla="*/ 78296 h 604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2923" h="604361">
                    <a:moveTo>
                      <a:pt x="212313" y="604361"/>
                    </a:moveTo>
                    <a:lnTo>
                      <a:pt x="212313" y="604361"/>
                    </a:lnTo>
                    <a:cubicBezTo>
                      <a:pt x="398145" y="604361"/>
                      <a:pt x="532924" y="477393"/>
                      <a:pt x="532924" y="302228"/>
                    </a:cubicBezTo>
                    <a:lnTo>
                      <a:pt x="532924" y="300514"/>
                    </a:lnTo>
                    <a:cubicBezTo>
                      <a:pt x="532924" y="126397"/>
                      <a:pt x="398145" y="0"/>
                      <a:pt x="212313" y="0"/>
                    </a:cubicBezTo>
                    <a:lnTo>
                      <a:pt x="0" y="0"/>
                    </a:lnTo>
                    <a:lnTo>
                      <a:pt x="0" y="604266"/>
                    </a:lnTo>
                    <a:lnTo>
                      <a:pt x="212313" y="604266"/>
                    </a:lnTo>
                    <a:close/>
                    <a:moveTo>
                      <a:pt x="83248" y="78296"/>
                    </a:moveTo>
                    <a:lnTo>
                      <a:pt x="212313" y="78296"/>
                    </a:lnTo>
                    <a:cubicBezTo>
                      <a:pt x="350615" y="78296"/>
                      <a:pt x="447199" y="170402"/>
                      <a:pt x="447199" y="302228"/>
                    </a:cubicBezTo>
                    <a:lnTo>
                      <a:pt x="447199" y="303943"/>
                    </a:lnTo>
                    <a:cubicBezTo>
                      <a:pt x="447199" y="434816"/>
                      <a:pt x="350615" y="526161"/>
                      <a:pt x="212313" y="526161"/>
                    </a:cubicBezTo>
                    <a:lnTo>
                      <a:pt x="83248" y="526161"/>
                    </a:lnTo>
                    <a:lnTo>
                      <a:pt x="83248" y="7829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3A186B6-9D88-031C-F0E1-4C3803AF4A60}"/>
                  </a:ext>
                </a:extLst>
              </p:cNvPr>
              <p:cNvSpPr/>
              <p:nvPr/>
            </p:nvSpPr>
            <p:spPr>
              <a:xfrm>
                <a:off x="7039292" y="2808636"/>
                <a:ext cx="348710" cy="604265"/>
              </a:xfrm>
              <a:custGeom>
                <a:avLst/>
                <a:gdLst>
                  <a:gd name="connsiteX0" fmla="*/ 340233 w 348710"/>
                  <a:gd name="connsiteY0" fmla="*/ 604266 h 604265"/>
                  <a:gd name="connsiteX1" fmla="*/ 348710 w 348710"/>
                  <a:gd name="connsiteY1" fmla="*/ 604266 h 604265"/>
                  <a:gd name="connsiteX2" fmla="*/ 348710 w 348710"/>
                  <a:gd name="connsiteY2" fmla="*/ 595884 h 604265"/>
                  <a:gd name="connsiteX3" fmla="*/ 348710 w 348710"/>
                  <a:gd name="connsiteY3" fmla="*/ 534638 h 604265"/>
                  <a:gd name="connsiteX4" fmla="*/ 348710 w 348710"/>
                  <a:gd name="connsiteY4" fmla="*/ 526161 h 604265"/>
                  <a:gd name="connsiteX5" fmla="*/ 340233 w 348710"/>
                  <a:gd name="connsiteY5" fmla="*/ 526161 h 604265"/>
                  <a:gd name="connsiteX6" fmla="*/ 83153 w 348710"/>
                  <a:gd name="connsiteY6" fmla="*/ 526161 h 604265"/>
                  <a:gd name="connsiteX7" fmla="*/ 83153 w 348710"/>
                  <a:gd name="connsiteY7" fmla="*/ 8477 h 604265"/>
                  <a:gd name="connsiteX8" fmla="*/ 83153 w 348710"/>
                  <a:gd name="connsiteY8" fmla="*/ 0 h 604265"/>
                  <a:gd name="connsiteX9" fmla="*/ 74771 w 348710"/>
                  <a:gd name="connsiteY9" fmla="*/ 0 h 604265"/>
                  <a:gd name="connsiteX10" fmla="*/ 8477 w 348710"/>
                  <a:gd name="connsiteY10" fmla="*/ 0 h 604265"/>
                  <a:gd name="connsiteX11" fmla="*/ 0 w 348710"/>
                  <a:gd name="connsiteY11" fmla="*/ 0 h 604265"/>
                  <a:gd name="connsiteX12" fmla="*/ 0 w 348710"/>
                  <a:gd name="connsiteY12" fmla="*/ 8477 h 604265"/>
                  <a:gd name="connsiteX13" fmla="*/ 0 w 348710"/>
                  <a:gd name="connsiteY13" fmla="*/ 595884 h 604265"/>
                  <a:gd name="connsiteX14" fmla="*/ 0 w 348710"/>
                  <a:gd name="connsiteY14" fmla="*/ 604266 h 604265"/>
                  <a:gd name="connsiteX15" fmla="*/ 8477 w 348710"/>
                  <a:gd name="connsiteY15" fmla="*/ 604266 h 604265"/>
                  <a:gd name="connsiteX16" fmla="*/ 340233 w 348710"/>
                  <a:gd name="connsiteY16" fmla="*/ 604266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48710" h="604265">
                    <a:moveTo>
                      <a:pt x="340233" y="604266"/>
                    </a:moveTo>
                    <a:lnTo>
                      <a:pt x="348710" y="604266"/>
                    </a:lnTo>
                    <a:lnTo>
                      <a:pt x="348710" y="595884"/>
                    </a:lnTo>
                    <a:lnTo>
                      <a:pt x="348710" y="534638"/>
                    </a:lnTo>
                    <a:lnTo>
                      <a:pt x="348710" y="526161"/>
                    </a:lnTo>
                    <a:lnTo>
                      <a:pt x="340233" y="526161"/>
                    </a:lnTo>
                    <a:lnTo>
                      <a:pt x="83153" y="526161"/>
                    </a:lnTo>
                    <a:lnTo>
                      <a:pt x="83153" y="8477"/>
                    </a:lnTo>
                    <a:lnTo>
                      <a:pt x="83153" y="0"/>
                    </a:lnTo>
                    <a:lnTo>
                      <a:pt x="74771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477" y="604266"/>
                    </a:lnTo>
                    <a:lnTo>
                      <a:pt x="340233" y="6042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76A1066D-31E3-11A1-558B-4DA64242A7BA}"/>
                  </a:ext>
                </a:extLst>
              </p:cNvPr>
              <p:cNvSpPr/>
              <p:nvPr/>
            </p:nvSpPr>
            <p:spPr>
              <a:xfrm>
                <a:off x="6499986" y="2808636"/>
                <a:ext cx="456628" cy="604265"/>
              </a:xfrm>
              <a:custGeom>
                <a:avLst/>
                <a:gdLst>
                  <a:gd name="connsiteX0" fmla="*/ 228314 w 456628"/>
                  <a:gd name="connsiteY0" fmla="*/ 0 h 604265"/>
                  <a:gd name="connsiteX1" fmla="*/ 0 w 456628"/>
                  <a:gd name="connsiteY1" fmla="*/ 0 h 604265"/>
                  <a:gd name="connsiteX2" fmla="*/ 0 w 456628"/>
                  <a:gd name="connsiteY2" fmla="*/ 604266 h 604265"/>
                  <a:gd name="connsiteX3" fmla="*/ 83249 w 456628"/>
                  <a:gd name="connsiteY3" fmla="*/ 604266 h 604265"/>
                  <a:gd name="connsiteX4" fmla="*/ 83249 w 456628"/>
                  <a:gd name="connsiteY4" fmla="*/ 397097 h 604265"/>
                  <a:gd name="connsiteX5" fmla="*/ 217456 w 456628"/>
                  <a:gd name="connsiteY5" fmla="*/ 397097 h 604265"/>
                  <a:gd name="connsiteX6" fmla="*/ 456629 w 456628"/>
                  <a:gd name="connsiteY6" fmla="*/ 196501 h 604265"/>
                  <a:gd name="connsiteX7" fmla="*/ 456629 w 456628"/>
                  <a:gd name="connsiteY7" fmla="*/ 194786 h 604265"/>
                  <a:gd name="connsiteX8" fmla="*/ 228314 w 456628"/>
                  <a:gd name="connsiteY8" fmla="*/ 95 h 604265"/>
                  <a:gd name="connsiteX9" fmla="*/ 372523 w 456628"/>
                  <a:gd name="connsiteY9" fmla="*/ 198977 h 604265"/>
                  <a:gd name="connsiteX10" fmla="*/ 219837 w 456628"/>
                  <a:gd name="connsiteY10" fmla="*/ 319659 h 604265"/>
                  <a:gd name="connsiteX11" fmla="*/ 83153 w 456628"/>
                  <a:gd name="connsiteY11" fmla="*/ 319659 h 604265"/>
                  <a:gd name="connsiteX12" fmla="*/ 83153 w 456628"/>
                  <a:gd name="connsiteY12" fmla="*/ 78105 h 604265"/>
                  <a:gd name="connsiteX13" fmla="*/ 223171 w 456628"/>
                  <a:gd name="connsiteY13" fmla="*/ 78105 h 604265"/>
                  <a:gd name="connsiteX14" fmla="*/ 372428 w 456628"/>
                  <a:gd name="connsiteY14" fmla="*/ 197168 h 604265"/>
                  <a:gd name="connsiteX15" fmla="*/ 372428 w 456628"/>
                  <a:gd name="connsiteY15" fmla="*/ 198882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56628" h="604265">
                    <a:moveTo>
                      <a:pt x="228314" y="0"/>
                    </a:moveTo>
                    <a:lnTo>
                      <a:pt x="0" y="0"/>
                    </a:lnTo>
                    <a:lnTo>
                      <a:pt x="0" y="604266"/>
                    </a:lnTo>
                    <a:lnTo>
                      <a:pt x="83249" y="604266"/>
                    </a:lnTo>
                    <a:lnTo>
                      <a:pt x="83249" y="397097"/>
                    </a:lnTo>
                    <a:lnTo>
                      <a:pt x="217456" y="397097"/>
                    </a:lnTo>
                    <a:cubicBezTo>
                      <a:pt x="336518" y="397097"/>
                      <a:pt x="456629" y="335090"/>
                      <a:pt x="456629" y="196501"/>
                    </a:cubicBezTo>
                    <a:lnTo>
                      <a:pt x="456629" y="194786"/>
                    </a:lnTo>
                    <a:cubicBezTo>
                      <a:pt x="456629" y="76486"/>
                      <a:pt x="366998" y="95"/>
                      <a:pt x="228314" y="95"/>
                    </a:cubicBezTo>
                    <a:close/>
                    <a:moveTo>
                      <a:pt x="372523" y="198977"/>
                    </a:moveTo>
                    <a:cubicBezTo>
                      <a:pt x="372523" y="272320"/>
                      <a:pt x="312611" y="319659"/>
                      <a:pt x="219837" y="319659"/>
                    </a:cubicBezTo>
                    <a:lnTo>
                      <a:pt x="83153" y="319659"/>
                    </a:lnTo>
                    <a:lnTo>
                      <a:pt x="83153" y="78105"/>
                    </a:lnTo>
                    <a:lnTo>
                      <a:pt x="223171" y="78105"/>
                    </a:lnTo>
                    <a:cubicBezTo>
                      <a:pt x="318040" y="78105"/>
                      <a:pt x="372428" y="121539"/>
                      <a:pt x="372428" y="197168"/>
                    </a:cubicBezTo>
                    <a:lnTo>
                      <a:pt x="372428" y="1988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4" name="Graphic 16">
                <a:extLst>
                  <a:ext uri="{FF2B5EF4-FFF2-40B4-BE49-F238E27FC236}">
                    <a16:creationId xmlns:a16="http://schemas.microsoft.com/office/drawing/2014/main" id="{18D7F27F-C78A-3E56-3440-021B08C9C85F}"/>
                  </a:ext>
                </a:extLst>
              </p:cNvPr>
              <p:cNvGrpSpPr/>
              <p:nvPr/>
            </p:nvGrpSpPr>
            <p:grpSpPr>
              <a:xfrm>
                <a:off x="8840088" y="3906582"/>
                <a:ext cx="185832" cy="99726"/>
                <a:chOff x="8840088" y="3906582"/>
                <a:chExt cx="185832" cy="99726"/>
              </a:xfrm>
              <a:grpFill/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F62DFB5-0277-70F2-42BB-11F105C3BE60}"/>
                    </a:ext>
                  </a:extLst>
                </p:cNvPr>
                <p:cNvSpPr/>
                <p:nvPr/>
              </p:nvSpPr>
              <p:spPr>
                <a:xfrm>
                  <a:off x="8840088" y="3906582"/>
                  <a:ext cx="75818" cy="99726"/>
                </a:xfrm>
                <a:custGeom>
                  <a:avLst/>
                  <a:gdLst>
                    <a:gd name="connsiteX0" fmla="*/ 44386 w 75818"/>
                    <a:gd name="connsiteY0" fmla="*/ 99727 h 99726"/>
                    <a:gd name="connsiteX1" fmla="*/ 31623 w 75818"/>
                    <a:gd name="connsiteY1" fmla="*/ 99727 h 99726"/>
                    <a:gd name="connsiteX2" fmla="*/ 31623 w 75818"/>
                    <a:gd name="connsiteY2" fmla="*/ 12001 h 99726"/>
                    <a:gd name="connsiteX3" fmla="*/ 0 w 75818"/>
                    <a:gd name="connsiteY3" fmla="*/ 12001 h 99726"/>
                    <a:gd name="connsiteX4" fmla="*/ 0 w 75818"/>
                    <a:gd name="connsiteY4" fmla="*/ 0 h 99726"/>
                    <a:gd name="connsiteX5" fmla="*/ 75819 w 75818"/>
                    <a:gd name="connsiteY5" fmla="*/ 0 h 99726"/>
                    <a:gd name="connsiteX6" fmla="*/ 75819 w 75818"/>
                    <a:gd name="connsiteY6" fmla="*/ 12001 h 99726"/>
                    <a:gd name="connsiteX7" fmla="*/ 44291 w 75818"/>
                    <a:gd name="connsiteY7" fmla="*/ 12001 h 99726"/>
                    <a:gd name="connsiteX8" fmla="*/ 44291 w 75818"/>
                    <a:gd name="connsiteY8" fmla="*/ 99727 h 99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5818" h="99726">
                      <a:moveTo>
                        <a:pt x="44386" y="99727"/>
                      </a:moveTo>
                      <a:lnTo>
                        <a:pt x="31623" y="99727"/>
                      </a:lnTo>
                      <a:lnTo>
                        <a:pt x="31623" y="12001"/>
                      </a:lnTo>
                      <a:lnTo>
                        <a:pt x="0" y="12001"/>
                      </a:lnTo>
                      <a:lnTo>
                        <a:pt x="0" y="0"/>
                      </a:lnTo>
                      <a:lnTo>
                        <a:pt x="75819" y="0"/>
                      </a:lnTo>
                      <a:lnTo>
                        <a:pt x="75819" y="12001"/>
                      </a:lnTo>
                      <a:lnTo>
                        <a:pt x="44291" y="12001"/>
                      </a:lnTo>
                      <a:lnTo>
                        <a:pt x="44291" y="9972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167F03D6-C46B-E8B6-656C-B75DD98CC572}"/>
                    </a:ext>
                  </a:extLst>
                </p:cNvPr>
                <p:cNvSpPr/>
                <p:nvPr/>
              </p:nvSpPr>
              <p:spPr>
                <a:xfrm>
                  <a:off x="8931719" y="3906678"/>
                  <a:ext cx="94202" cy="99631"/>
                </a:xfrm>
                <a:custGeom>
                  <a:avLst/>
                  <a:gdLst>
                    <a:gd name="connsiteX0" fmla="*/ 83153 w 94202"/>
                    <a:gd name="connsiteY0" fmla="*/ 99632 h 99631"/>
                    <a:gd name="connsiteX1" fmla="*/ 82963 w 94202"/>
                    <a:gd name="connsiteY1" fmla="*/ 14954 h 99631"/>
                    <a:gd name="connsiteX2" fmla="*/ 82772 w 94202"/>
                    <a:gd name="connsiteY2" fmla="*/ 14954 h 99631"/>
                    <a:gd name="connsiteX3" fmla="*/ 51530 w 94202"/>
                    <a:gd name="connsiteY3" fmla="*/ 99632 h 99631"/>
                    <a:gd name="connsiteX4" fmla="*/ 41815 w 94202"/>
                    <a:gd name="connsiteY4" fmla="*/ 99632 h 99631"/>
                    <a:gd name="connsiteX5" fmla="*/ 11144 w 94202"/>
                    <a:gd name="connsiteY5" fmla="*/ 15716 h 99631"/>
                    <a:gd name="connsiteX6" fmla="*/ 10954 w 94202"/>
                    <a:gd name="connsiteY6" fmla="*/ 15716 h 99631"/>
                    <a:gd name="connsiteX7" fmla="*/ 10573 w 94202"/>
                    <a:gd name="connsiteY7" fmla="*/ 99632 h 99631"/>
                    <a:gd name="connsiteX8" fmla="*/ 0 w 94202"/>
                    <a:gd name="connsiteY8" fmla="*/ 99632 h 99631"/>
                    <a:gd name="connsiteX9" fmla="*/ 381 w 94202"/>
                    <a:gd name="connsiteY9" fmla="*/ 0 h 99631"/>
                    <a:gd name="connsiteX10" fmla="*/ 17050 w 94202"/>
                    <a:gd name="connsiteY10" fmla="*/ 0 h 99631"/>
                    <a:gd name="connsiteX11" fmla="*/ 46767 w 94202"/>
                    <a:gd name="connsiteY11" fmla="*/ 81058 h 99631"/>
                    <a:gd name="connsiteX12" fmla="*/ 46958 w 94202"/>
                    <a:gd name="connsiteY12" fmla="*/ 81058 h 99631"/>
                    <a:gd name="connsiteX13" fmla="*/ 77057 w 94202"/>
                    <a:gd name="connsiteY13" fmla="*/ 0 h 99631"/>
                    <a:gd name="connsiteX14" fmla="*/ 94012 w 94202"/>
                    <a:gd name="connsiteY14" fmla="*/ 0 h 99631"/>
                    <a:gd name="connsiteX15" fmla="*/ 94202 w 94202"/>
                    <a:gd name="connsiteY15" fmla="*/ 99632 h 99631"/>
                    <a:gd name="connsiteX16" fmla="*/ 83153 w 94202"/>
                    <a:gd name="connsiteY16" fmla="*/ 99632 h 99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94202" h="99631">
                      <a:moveTo>
                        <a:pt x="83153" y="99632"/>
                      </a:moveTo>
                      <a:lnTo>
                        <a:pt x="82963" y="14954"/>
                      </a:lnTo>
                      <a:lnTo>
                        <a:pt x="82772" y="14954"/>
                      </a:lnTo>
                      <a:lnTo>
                        <a:pt x="51530" y="99632"/>
                      </a:lnTo>
                      <a:lnTo>
                        <a:pt x="41815" y="99632"/>
                      </a:lnTo>
                      <a:lnTo>
                        <a:pt x="11144" y="15716"/>
                      </a:lnTo>
                      <a:lnTo>
                        <a:pt x="10954" y="15716"/>
                      </a:lnTo>
                      <a:lnTo>
                        <a:pt x="10573" y="99632"/>
                      </a:lnTo>
                      <a:lnTo>
                        <a:pt x="0" y="99632"/>
                      </a:lnTo>
                      <a:lnTo>
                        <a:pt x="381" y="0"/>
                      </a:lnTo>
                      <a:lnTo>
                        <a:pt x="17050" y="0"/>
                      </a:lnTo>
                      <a:lnTo>
                        <a:pt x="46767" y="81058"/>
                      </a:lnTo>
                      <a:lnTo>
                        <a:pt x="46958" y="81058"/>
                      </a:lnTo>
                      <a:lnTo>
                        <a:pt x="77057" y="0"/>
                      </a:lnTo>
                      <a:lnTo>
                        <a:pt x="94012" y="0"/>
                      </a:lnTo>
                      <a:lnTo>
                        <a:pt x="94202" y="99632"/>
                      </a:lnTo>
                      <a:lnTo>
                        <a:pt x="83153" y="9963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7" name="Graphic 16">
              <a:extLst>
                <a:ext uri="{FF2B5EF4-FFF2-40B4-BE49-F238E27FC236}">
                  <a16:creationId xmlns:a16="http://schemas.microsoft.com/office/drawing/2014/main" id="{3788FD36-CF1C-BA2A-8743-97275FF6452D}"/>
                </a:ext>
              </a:extLst>
            </p:cNvPr>
            <p:cNvGrpSpPr/>
            <p:nvPr/>
          </p:nvGrpSpPr>
          <p:grpSpPr>
            <a:xfrm>
              <a:off x="3464464" y="2804635"/>
              <a:ext cx="1211103" cy="1201578"/>
              <a:chOff x="3464464" y="2804635"/>
              <a:chExt cx="1211103" cy="1201578"/>
            </a:xfrm>
            <a:solidFill>
              <a:srgbClr val="FFFFFF"/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3BE29AA-73C7-23E5-B2D2-9B354F9256C8}"/>
                  </a:ext>
                </a:extLst>
              </p:cNvPr>
              <p:cNvSpPr/>
              <p:nvPr/>
            </p:nvSpPr>
            <p:spPr>
              <a:xfrm>
                <a:off x="3464464" y="3139249"/>
                <a:ext cx="868965" cy="866775"/>
              </a:xfrm>
              <a:custGeom>
                <a:avLst/>
                <a:gdLst>
                  <a:gd name="connsiteX0" fmla="*/ 783241 w 868965"/>
                  <a:gd name="connsiteY0" fmla="*/ 190 h 866775"/>
                  <a:gd name="connsiteX1" fmla="*/ 82963 w 868965"/>
                  <a:gd name="connsiteY1" fmla="*/ 0 h 866775"/>
                  <a:gd name="connsiteX2" fmla="*/ 0 w 868965"/>
                  <a:gd name="connsiteY2" fmla="*/ 83534 h 866775"/>
                  <a:gd name="connsiteX3" fmla="*/ 1143 w 868965"/>
                  <a:gd name="connsiteY3" fmla="*/ 83534 h 866775"/>
                  <a:gd name="connsiteX4" fmla="*/ 0 w 868965"/>
                  <a:gd name="connsiteY4" fmla="*/ 83725 h 866775"/>
                  <a:gd name="connsiteX5" fmla="*/ 0 w 868965"/>
                  <a:gd name="connsiteY5" fmla="*/ 448532 h 866775"/>
                  <a:gd name="connsiteX6" fmla="*/ 372999 w 868965"/>
                  <a:gd name="connsiteY6" fmla="*/ 863727 h 866775"/>
                  <a:gd name="connsiteX7" fmla="*/ 452057 w 868965"/>
                  <a:gd name="connsiteY7" fmla="*/ 783431 h 866775"/>
                  <a:gd name="connsiteX8" fmla="*/ 427863 w 868965"/>
                  <a:gd name="connsiteY8" fmla="*/ 783431 h 866775"/>
                  <a:gd name="connsiteX9" fmla="*/ 85630 w 868965"/>
                  <a:gd name="connsiteY9" fmla="*/ 448532 h 866775"/>
                  <a:gd name="connsiteX10" fmla="*/ 85630 w 868965"/>
                  <a:gd name="connsiteY10" fmla="*/ 83534 h 866775"/>
                  <a:gd name="connsiteX11" fmla="*/ 171355 w 868965"/>
                  <a:gd name="connsiteY11" fmla="*/ 83534 h 866775"/>
                  <a:gd name="connsiteX12" fmla="*/ 171164 w 868965"/>
                  <a:gd name="connsiteY12" fmla="*/ 448532 h 866775"/>
                  <a:gd name="connsiteX13" fmla="*/ 427863 w 868965"/>
                  <a:gd name="connsiteY13" fmla="*/ 699135 h 866775"/>
                  <a:gd name="connsiteX14" fmla="*/ 535305 w 868965"/>
                  <a:gd name="connsiteY14" fmla="*/ 699135 h 866775"/>
                  <a:gd name="connsiteX15" fmla="*/ 617887 w 868965"/>
                  <a:gd name="connsiteY15" fmla="*/ 615601 h 866775"/>
                  <a:gd name="connsiteX16" fmla="*/ 427863 w 868965"/>
                  <a:gd name="connsiteY16" fmla="*/ 615601 h 866775"/>
                  <a:gd name="connsiteX17" fmla="*/ 257175 w 868965"/>
                  <a:gd name="connsiteY17" fmla="*/ 448532 h 866775"/>
                  <a:gd name="connsiteX18" fmla="*/ 257175 w 868965"/>
                  <a:gd name="connsiteY18" fmla="*/ 83534 h 866775"/>
                  <a:gd name="connsiteX19" fmla="*/ 342043 w 868965"/>
                  <a:gd name="connsiteY19" fmla="*/ 83534 h 866775"/>
                  <a:gd name="connsiteX20" fmla="*/ 342043 w 868965"/>
                  <a:gd name="connsiteY20" fmla="*/ 448532 h 866775"/>
                  <a:gd name="connsiteX21" fmla="*/ 427863 w 868965"/>
                  <a:gd name="connsiteY21" fmla="*/ 531876 h 866775"/>
                  <a:gd name="connsiteX22" fmla="*/ 700469 w 868965"/>
                  <a:gd name="connsiteY22" fmla="*/ 531876 h 866775"/>
                  <a:gd name="connsiteX23" fmla="*/ 782955 w 868965"/>
                  <a:gd name="connsiteY23" fmla="*/ 448532 h 866775"/>
                  <a:gd name="connsiteX24" fmla="*/ 427768 w 868965"/>
                  <a:gd name="connsiteY24" fmla="*/ 448532 h 866775"/>
                  <a:gd name="connsiteX25" fmla="*/ 427768 w 868965"/>
                  <a:gd name="connsiteY25" fmla="*/ 83534 h 866775"/>
                  <a:gd name="connsiteX26" fmla="*/ 783146 w 868965"/>
                  <a:gd name="connsiteY26" fmla="*/ 83534 h 866775"/>
                  <a:gd name="connsiteX27" fmla="*/ 783146 w 868965"/>
                  <a:gd name="connsiteY27" fmla="*/ 866775 h 866775"/>
                  <a:gd name="connsiteX28" fmla="*/ 868966 w 868965"/>
                  <a:gd name="connsiteY28" fmla="*/ 866775 h 866775"/>
                  <a:gd name="connsiteX29" fmla="*/ 868966 w 868965"/>
                  <a:gd name="connsiteY29" fmla="*/ 83629 h 866775"/>
                  <a:gd name="connsiteX30" fmla="*/ 783241 w 868965"/>
                  <a:gd name="connsiteY30" fmla="*/ 95 h 8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68965" h="866775">
                    <a:moveTo>
                      <a:pt x="783241" y="190"/>
                    </a:moveTo>
                    <a:lnTo>
                      <a:pt x="82963" y="0"/>
                    </a:lnTo>
                    <a:lnTo>
                      <a:pt x="0" y="83534"/>
                    </a:lnTo>
                    <a:lnTo>
                      <a:pt x="1143" y="83534"/>
                    </a:lnTo>
                    <a:lnTo>
                      <a:pt x="0" y="83725"/>
                    </a:lnTo>
                    <a:lnTo>
                      <a:pt x="0" y="448532"/>
                    </a:lnTo>
                    <a:cubicBezTo>
                      <a:pt x="0" y="661321"/>
                      <a:pt x="162211" y="837438"/>
                      <a:pt x="372999" y="863727"/>
                    </a:cubicBezTo>
                    <a:lnTo>
                      <a:pt x="452057" y="783431"/>
                    </a:lnTo>
                    <a:lnTo>
                      <a:pt x="427863" y="783431"/>
                    </a:lnTo>
                    <a:cubicBezTo>
                      <a:pt x="238887" y="783336"/>
                      <a:pt x="85630" y="633031"/>
                      <a:pt x="85630" y="448532"/>
                    </a:cubicBezTo>
                    <a:lnTo>
                      <a:pt x="85630" y="83534"/>
                    </a:lnTo>
                    <a:lnTo>
                      <a:pt x="171355" y="83534"/>
                    </a:lnTo>
                    <a:lnTo>
                      <a:pt x="171164" y="448532"/>
                    </a:lnTo>
                    <a:cubicBezTo>
                      <a:pt x="171164" y="586835"/>
                      <a:pt x="286036" y="699135"/>
                      <a:pt x="427863" y="699135"/>
                    </a:cubicBezTo>
                    <a:lnTo>
                      <a:pt x="535305" y="699135"/>
                    </a:lnTo>
                    <a:lnTo>
                      <a:pt x="617887" y="615601"/>
                    </a:lnTo>
                    <a:lnTo>
                      <a:pt x="427863" y="615601"/>
                    </a:lnTo>
                    <a:cubicBezTo>
                      <a:pt x="333375" y="615601"/>
                      <a:pt x="257175" y="540734"/>
                      <a:pt x="257175" y="448532"/>
                    </a:cubicBezTo>
                    <a:lnTo>
                      <a:pt x="257175" y="83534"/>
                    </a:lnTo>
                    <a:lnTo>
                      <a:pt x="342043" y="83534"/>
                    </a:lnTo>
                    <a:lnTo>
                      <a:pt x="342043" y="448532"/>
                    </a:lnTo>
                    <a:cubicBezTo>
                      <a:pt x="342424" y="494633"/>
                      <a:pt x="380619" y="531876"/>
                      <a:pt x="427863" y="531876"/>
                    </a:cubicBezTo>
                    <a:lnTo>
                      <a:pt x="700469" y="531876"/>
                    </a:lnTo>
                    <a:lnTo>
                      <a:pt x="782955" y="448532"/>
                    </a:lnTo>
                    <a:lnTo>
                      <a:pt x="427768" y="448532"/>
                    </a:lnTo>
                    <a:lnTo>
                      <a:pt x="427768" y="83534"/>
                    </a:lnTo>
                    <a:lnTo>
                      <a:pt x="783146" y="83534"/>
                    </a:lnTo>
                    <a:lnTo>
                      <a:pt x="783146" y="866775"/>
                    </a:lnTo>
                    <a:lnTo>
                      <a:pt x="868966" y="866775"/>
                    </a:lnTo>
                    <a:lnTo>
                      <a:pt x="868966" y="83629"/>
                    </a:lnTo>
                    <a:cubicBezTo>
                      <a:pt x="868680" y="37433"/>
                      <a:pt x="830485" y="95"/>
                      <a:pt x="783241" y="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187BC3E-069D-74B8-EF27-DF83B38D725E}"/>
                  </a:ext>
                </a:extLst>
              </p:cNvPr>
              <p:cNvSpPr/>
              <p:nvPr/>
            </p:nvSpPr>
            <p:spPr>
              <a:xfrm>
                <a:off x="3630008" y="2971894"/>
                <a:ext cx="874299" cy="1034224"/>
              </a:xfrm>
              <a:custGeom>
                <a:avLst/>
                <a:gdLst>
                  <a:gd name="connsiteX0" fmla="*/ 617696 w 874299"/>
                  <a:gd name="connsiteY0" fmla="*/ 476 h 1034224"/>
                  <a:gd name="connsiteX1" fmla="*/ 82772 w 874299"/>
                  <a:gd name="connsiteY1" fmla="*/ 0 h 1034224"/>
                  <a:gd name="connsiteX2" fmla="*/ 0 w 874299"/>
                  <a:gd name="connsiteY2" fmla="*/ 83630 h 1034224"/>
                  <a:gd name="connsiteX3" fmla="*/ 617696 w 874299"/>
                  <a:gd name="connsiteY3" fmla="*/ 83915 h 1034224"/>
                  <a:gd name="connsiteX4" fmla="*/ 788384 w 874299"/>
                  <a:gd name="connsiteY4" fmla="*/ 251079 h 1034224"/>
                  <a:gd name="connsiteX5" fmla="*/ 788384 w 874299"/>
                  <a:gd name="connsiteY5" fmla="*/ 1034225 h 1034224"/>
                  <a:gd name="connsiteX6" fmla="*/ 874014 w 874299"/>
                  <a:gd name="connsiteY6" fmla="*/ 1034225 h 1034224"/>
                  <a:gd name="connsiteX7" fmla="*/ 874300 w 874299"/>
                  <a:gd name="connsiteY7" fmla="*/ 251079 h 1034224"/>
                  <a:gd name="connsiteX8" fmla="*/ 617696 w 874299"/>
                  <a:gd name="connsiteY8" fmla="*/ 381 h 1034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4299" h="1034224">
                    <a:moveTo>
                      <a:pt x="617696" y="476"/>
                    </a:moveTo>
                    <a:lnTo>
                      <a:pt x="82772" y="0"/>
                    </a:lnTo>
                    <a:lnTo>
                      <a:pt x="0" y="83630"/>
                    </a:lnTo>
                    <a:lnTo>
                      <a:pt x="617696" y="83915"/>
                    </a:lnTo>
                    <a:cubicBezTo>
                      <a:pt x="712089" y="83915"/>
                      <a:pt x="788384" y="158782"/>
                      <a:pt x="788384" y="251079"/>
                    </a:cubicBezTo>
                    <a:lnTo>
                      <a:pt x="788384" y="1034225"/>
                    </a:lnTo>
                    <a:lnTo>
                      <a:pt x="874014" y="1034225"/>
                    </a:lnTo>
                    <a:lnTo>
                      <a:pt x="874300" y="251079"/>
                    </a:lnTo>
                    <a:cubicBezTo>
                      <a:pt x="874300" y="112586"/>
                      <a:pt x="759428" y="381"/>
                      <a:pt x="617696" y="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6D4A7BE-E773-1E32-5DD8-7E10827C0193}"/>
                  </a:ext>
                </a:extLst>
              </p:cNvPr>
              <p:cNvSpPr/>
              <p:nvPr/>
            </p:nvSpPr>
            <p:spPr>
              <a:xfrm>
                <a:off x="3795553" y="2804635"/>
                <a:ext cx="880014" cy="1201578"/>
              </a:xfrm>
              <a:custGeom>
                <a:avLst/>
                <a:gdLst>
                  <a:gd name="connsiteX0" fmla="*/ 880015 w 880014"/>
                  <a:gd name="connsiteY0" fmla="*/ 1201579 h 1201578"/>
                  <a:gd name="connsiteX1" fmla="*/ 880015 w 880014"/>
                  <a:gd name="connsiteY1" fmla="*/ 418433 h 1201578"/>
                  <a:gd name="connsiteX2" fmla="*/ 452152 w 880014"/>
                  <a:gd name="connsiteY2" fmla="*/ 0 h 1201578"/>
                  <a:gd name="connsiteX3" fmla="*/ 82677 w 880014"/>
                  <a:gd name="connsiteY3" fmla="*/ 0 h 1201578"/>
                  <a:gd name="connsiteX4" fmla="*/ 0 w 880014"/>
                  <a:gd name="connsiteY4" fmla="*/ 83534 h 1201578"/>
                  <a:gd name="connsiteX5" fmla="*/ 452152 w 880014"/>
                  <a:gd name="connsiteY5" fmla="*/ 83534 h 1201578"/>
                  <a:gd name="connsiteX6" fmla="*/ 794290 w 880014"/>
                  <a:gd name="connsiteY6" fmla="*/ 418433 h 1201578"/>
                  <a:gd name="connsiteX7" fmla="*/ 794290 w 880014"/>
                  <a:gd name="connsiteY7" fmla="*/ 1201579 h 1201578"/>
                  <a:gd name="connsiteX8" fmla="*/ 880015 w 880014"/>
                  <a:gd name="connsiteY8" fmla="*/ 1201579 h 1201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80014" h="1201578">
                    <a:moveTo>
                      <a:pt x="880015" y="1201579"/>
                    </a:moveTo>
                    <a:lnTo>
                      <a:pt x="880015" y="418433"/>
                    </a:lnTo>
                    <a:cubicBezTo>
                      <a:pt x="880015" y="187738"/>
                      <a:pt x="688372" y="0"/>
                      <a:pt x="452152" y="0"/>
                    </a:cubicBezTo>
                    <a:lnTo>
                      <a:pt x="82677" y="0"/>
                    </a:lnTo>
                    <a:cubicBezTo>
                      <a:pt x="82677" y="0"/>
                      <a:pt x="0" y="83534"/>
                      <a:pt x="0" y="83534"/>
                    </a:cubicBezTo>
                    <a:lnTo>
                      <a:pt x="452152" y="83534"/>
                    </a:lnTo>
                    <a:cubicBezTo>
                      <a:pt x="641128" y="83629"/>
                      <a:pt x="794290" y="233839"/>
                      <a:pt x="794290" y="418433"/>
                    </a:cubicBezTo>
                    <a:lnTo>
                      <a:pt x="794290" y="1201579"/>
                    </a:lnTo>
                    <a:lnTo>
                      <a:pt x="880015" y="120157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543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1" r:id="rId2"/>
    <p:sldLayoutId id="2147483686" r:id="rId3"/>
    <p:sldLayoutId id="2147483687" r:id="rId4"/>
    <p:sldLayoutId id="2147483688" r:id="rId5"/>
    <p:sldLayoutId id="2147483650" r:id="rId6"/>
    <p:sldLayoutId id="2147483651" r:id="rId7"/>
    <p:sldLayoutId id="2147483652" r:id="rId8"/>
    <p:sldLayoutId id="2147483682" r:id="rId9"/>
    <p:sldLayoutId id="2147483654" r:id="rId10"/>
    <p:sldLayoutId id="2147483655" r:id="rId11"/>
    <p:sldLayoutId id="2147483684" r:id="rId12"/>
    <p:sldLayoutId id="2147483663" r:id="rId13"/>
    <p:sldLayoutId id="2147483662" r:id="rId14"/>
    <p:sldLayoutId id="2147483683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0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600"/>
        </a:spcBef>
        <a:buClr>
          <a:schemeClr val="accent1"/>
        </a:buClr>
        <a:buFont typeface="Wingdings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rgbClr val="8B8D8E"/>
        </a:buClr>
        <a:buSzPct val="100000"/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5ACBF0"/>
          </p15:clr>
        </p15:guide>
        <p15:guide id="3" pos="7439">
          <p15:clr>
            <a:srgbClr val="5ACBF0"/>
          </p15:clr>
        </p15:guide>
        <p15:guide id="4" pos="239">
          <p15:clr>
            <a:srgbClr val="5ACBF0"/>
          </p15:clr>
        </p15:guide>
        <p15:guide id="5" orient="horz" pos="376">
          <p15:clr>
            <a:srgbClr val="5ACBF0"/>
          </p15:clr>
        </p15:guide>
        <p15:guide id="6" orient="horz" pos="393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098" y="3557595"/>
            <a:ext cx="8599008" cy="1709016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800098" y="5462422"/>
            <a:ext cx="8599008" cy="1111964"/>
          </a:xfrm>
        </p:spPr>
        <p:txBody>
          <a:bodyPr/>
          <a:lstStyle/>
          <a:p>
            <a:r>
              <a:rPr lang="en-US" dirty="0"/>
              <a:t>Presenter’s Name</a:t>
            </a:r>
          </a:p>
          <a:p>
            <a:pPr lvl="1"/>
            <a:r>
              <a:rPr lang="en-US" dirty="0"/>
              <a:t>Presenter’s Title, etc.</a:t>
            </a:r>
          </a:p>
          <a:p>
            <a:pPr lvl="2"/>
            <a:r>
              <a:rPr lang="en-US" dirty="0"/>
              <a:t>Event name and date</a:t>
            </a:r>
          </a:p>
        </p:txBody>
      </p:sp>
    </p:spTree>
    <p:extLst>
      <p:ext uri="{BB962C8B-B14F-4D97-AF65-F5344CB8AC3E}">
        <p14:creationId xmlns:p14="http://schemas.microsoft.com/office/powerpoint/2010/main" val="60917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test </a:t>
            </a:r>
            <a:r>
              <a:rPr lang="en-US"/>
              <a:t>push with VPN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5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3827463" y="3527639"/>
            <a:ext cx="6584022" cy="290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379413" y="240015"/>
            <a:ext cx="2932922" cy="2932922"/>
            <a:chOff x="379413" y="240015"/>
            <a:chExt cx="2932922" cy="2932922"/>
          </a:xfrm>
        </p:grpSpPr>
        <p:sp>
          <p:nvSpPr>
            <p:cNvPr id="38" name="Oval 37"/>
            <p:cNvSpPr/>
            <p:nvPr/>
          </p:nvSpPr>
          <p:spPr>
            <a:xfrm>
              <a:off x="379413" y="240015"/>
              <a:ext cx="2932922" cy="293292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873843" y="240015"/>
              <a:ext cx="2438492" cy="2048760"/>
              <a:chOff x="873843" y="240015"/>
              <a:chExt cx="2438492" cy="2048760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873843" y="240015"/>
                <a:ext cx="2438492" cy="2048760"/>
              </a:xfrm>
              <a:custGeom>
                <a:avLst/>
                <a:gdLst/>
                <a:ahLst/>
                <a:cxnLst/>
                <a:rect l="l" t="t" r="r" b="b"/>
                <a:pathLst>
                  <a:path w="2438492" h="2048760">
                    <a:moveTo>
                      <a:pt x="972031" y="0"/>
                    </a:moveTo>
                    <a:cubicBezTo>
                      <a:pt x="1781935" y="0"/>
                      <a:pt x="2438492" y="656557"/>
                      <a:pt x="2438492" y="1466461"/>
                    </a:cubicBezTo>
                    <a:cubicBezTo>
                      <a:pt x="2438492" y="1673452"/>
                      <a:pt x="2395607" y="1870427"/>
                      <a:pt x="2317717" y="2048760"/>
                    </a:cubicBezTo>
                    <a:lnTo>
                      <a:pt x="0" y="2048760"/>
                    </a:lnTo>
                    <a:lnTo>
                      <a:pt x="0" y="370519"/>
                    </a:lnTo>
                    <a:cubicBezTo>
                      <a:pt x="257846" y="139550"/>
                      <a:pt x="598642" y="0"/>
                      <a:pt x="97203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2"/>
                </a:solidFill>
              </a:ln>
              <a:effectLst>
                <a:outerShdw blurRad="50800" dist="38100" dir="8100000" algn="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" name="Group 15"/>
              <p:cNvGrpSpPr/>
              <p:nvPr/>
            </p:nvGrpSpPr>
            <p:grpSpPr>
              <a:xfrm>
                <a:off x="1116429" y="1871068"/>
                <a:ext cx="1910704" cy="164592"/>
                <a:chOff x="1156165" y="1700342"/>
                <a:chExt cx="1910704" cy="164592"/>
              </a:xfrm>
            </p:grpSpPr>
            <p:sp>
              <p:nvSpPr>
                <p:cNvPr id="17" name="TextBox 16"/>
                <p:cNvSpPr txBox="1"/>
                <p:nvPr/>
              </p:nvSpPr>
              <p:spPr>
                <a:xfrm>
                  <a:off x="1384765" y="1700342"/>
                  <a:ext cx="1682104" cy="164592"/>
                </a:xfrm>
                <a:prstGeom prst="rect">
                  <a:avLst/>
                </a:prstGeom>
                <a:noFill/>
              </p:spPr>
              <p:txBody>
                <a:bodyPr wrap="none" anchor="ctr">
                  <a:no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800" b="0" i="0" u="none" strike="noStrike" kern="0" cap="none" spc="0" normalizeH="0" baseline="0" dirty="0">
                      <a:ln>
                        <a:noFill/>
                      </a:ln>
                      <a:solidFill>
                        <a:srgbClr val="6A737B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|  Applied Materials Confidential</a:t>
                  </a:r>
                  <a:endParaRPr kumimoji="0" sz="800" b="0" i="0" u="none" strike="noStrike" kern="0" cap="none" spc="0" normalizeH="0" baseline="0" dirty="0">
                    <a:ln>
                      <a:noFill/>
                    </a:ln>
                    <a:solidFill>
                      <a:srgbClr val="D2263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Slide Number Placeholder 5"/>
                <p:cNvSpPr txBox="1">
                  <a:spLocks/>
                </p:cNvSpPr>
                <p:nvPr/>
              </p:nvSpPr>
              <p:spPr>
                <a:xfrm>
                  <a:off x="1156165" y="1700342"/>
                  <a:ext cx="729445" cy="16459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800" kern="1200">
                      <a:solidFill>
                        <a:srgbClr val="6A737B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dirty="0"/>
                    <a:t>1</a:t>
                  </a:r>
                </a:p>
              </p:txBody>
            </p:sp>
          </p:grpSp>
        </p:grpSp>
        <p:sp>
          <p:nvSpPr>
            <p:cNvPr id="19" name="Oval 18"/>
            <p:cNvSpPr/>
            <p:nvPr/>
          </p:nvSpPr>
          <p:spPr>
            <a:xfrm>
              <a:off x="379413" y="240015"/>
              <a:ext cx="2932922" cy="2932922"/>
            </a:xfrm>
            <a:prstGeom prst="ellipse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274320" y="6577142"/>
            <a:ext cx="729445" cy="164592"/>
          </a:xfrm>
        </p:spPr>
        <p:txBody>
          <a:bodyPr/>
          <a:lstStyle/>
          <a:p>
            <a:fld id="{D92B6165-2E63-41A3-8905-D7634EBC6D4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960813" y="3681994"/>
            <a:ext cx="2613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How to Change IP Labeling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186589-536A-4AC9-8AAE-4EE2458A3D7B}"/>
              </a:ext>
            </a:extLst>
          </p:cNvPr>
          <p:cNvGrpSpPr/>
          <p:nvPr/>
        </p:nvGrpSpPr>
        <p:grpSpPr>
          <a:xfrm>
            <a:off x="8413587" y="3662590"/>
            <a:ext cx="1647196" cy="2633472"/>
            <a:chOff x="8413587" y="3662590"/>
            <a:chExt cx="1647196" cy="2633472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946A0AE-8D57-4775-8A2C-2EA548BE1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3587" y="3662590"/>
              <a:ext cx="1390802" cy="2633472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9079575" y="3951452"/>
              <a:ext cx="981208" cy="257982"/>
            </a:xfrm>
            <a:prstGeom prst="rect">
              <a:avLst/>
            </a:prstGeom>
            <a:solidFill>
              <a:schemeClr val="accent6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Slide Master</a:t>
              </a:r>
            </a:p>
          </p:txBody>
        </p:sp>
        <p:sp>
          <p:nvSpPr>
            <p:cNvPr id="11" name="Freeform 10"/>
            <p:cNvSpPr/>
            <p:nvPr/>
          </p:nvSpPr>
          <p:spPr>
            <a:xfrm flipH="1">
              <a:off x="9716361" y="4621704"/>
              <a:ext cx="185083" cy="1403992"/>
            </a:xfrm>
            <a:custGeom>
              <a:avLst/>
              <a:gdLst>
                <a:gd name="connsiteX0" fmla="*/ 176645 w 176645"/>
                <a:gd name="connsiteY0" fmla="*/ 0 h 1413164"/>
                <a:gd name="connsiteX1" fmla="*/ 0 w 176645"/>
                <a:gd name="connsiteY1" fmla="*/ 0 h 1413164"/>
                <a:gd name="connsiteX2" fmla="*/ 0 w 176645"/>
                <a:gd name="connsiteY2" fmla="*/ 1413164 h 1413164"/>
                <a:gd name="connsiteX3" fmla="*/ 166254 w 176645"/>
                <a:gd name="connsiteY3" fmla="*/ 1413164 h 141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645" h="1413164">
                  <a:moveTo>
                    <a:pt x="176645" y="0"/>
                  </a:moveTo>
                  <a:lnTo>
                    <a:pt x="0" y="0"/>
                  </a:lnTo>
                  <a:lnTo>
                    <a:pt x="0" y="1413164"/>
                  </a:lnTo>
                  <a:lnTo>
                    <a:pt x="166254" y="1413164"/>
                  </a:lnTo>
                </a:path>
              </a:pathLst>
            </a:custGeom>
            <a:noFill/>
            <a:ln w="25400" cap="rnd"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9400039" y="5217421"/>
              <a:ext cx="1063505" cy="257982"/>
            </a:xfrm>
            <a:prstGeom prst="rect">
              <a:avLst/>
            </a:prstGeom>
            <a:solidFill>
              <a:schemeClr val="accent6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Slide Layouts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697922" y="495086"/>
            <a:ext cx="6951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Remember to Use the Correct IP Label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823313"/>
              </p:ext>
            </p:extLst>
          </p:nvPr>
        </p:nvGraphicFramePr>
        <p:xfrm>
          <a:off x="3827463" y="1021578"/>
          <a:ext cx="6584022" cy="2420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Applied Materials External</a:t>
                      </a:r>
                    </a:p>
                  </a:txBody>
                  <a:tcPr marT="73152" marB="7315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Information that can be disclosed or made available outside the company without restriction and has no risk to the company if it ends up in the public domain</a:t>
                      </a:r>
                    </a:p>
                  </a:txBody>
                  <a:tcPr marT="73152" marB="731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Applied Materials Confidential</a:t>
                      </a:r>
                    </a:p>
                  </a:txBody>
                  <a:tcPr marT="73152" marB="7315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Information that may be disclosed or made available on a need-to-know basis to the general employee and contingent worker population as well as recipients with a nondisclosure agreement or confidentiality obligation to the company in effect but must not be made publicly available.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solidFill>
                            <a:schemeClr val="tx1"/>
                          </a:solidFill>
                        </a:rPr>
                        <a:t>Applied Materials Confidential information should only be shared with customers when clearly marked for customer use.</a:t>
                      </a:r>
                    </a:p>
                  </a:txBody>
                  <a:tcPr marT="73152" marB="731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Applied Materials Confidential Limited Access / [Required Modifier]</a:t>
                      </a:r>
                    </a:p>
                  </a:txBody>
                  <a:tcPr marT="73152" marB="7315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Information that can only be disclosed or made available to a select group of employees and recipients with a nondisclosure agreement or confidentiality obligation to the company in effect with a need to know the information. The required modifier provides further clarity regarding the need-to-know intended viewership.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solidFill>
                            <a:schemeClr val="tx1"/>
                          </a:solidFill>
                        </a:rPr>
                        <a:t>Example of modifiers include descriptors such as Internal Use Only, a Group Name, or a Third Party Name for confidential information received from a customer, supplier, or other third party subject to a contract or other legal obligation (defined by the terms of the contract with the external party or identifying the owner of embedded confidential information).</a:t>
                      </a:r>
                    </a:p>
                  </a:txBody>
                  <a:tcPr marT="73152" marB="731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0447699" y="2413337"/>
            <a:ext cx="13617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 additional information type “</a:t>
            </a:r>
            <a:r>
              <a:rPr lang="en-US" sz="1200" b="1" dirty="0" err="1"/>
              <a:t>vip</a:t>
            </a:r>
            <a:r>
              <a:rPr lang="en-US" sz="1200" b="1" dirty="0"/>
              <a:t>/</a:t>
            </a:r>
            <a:r>
              <a:rPr lang="en-US" sz="1200" dirty="0"/>
              <a:t>” into your browser. Select </a:t>
            </a:r>
            <a:r>
              <a:rPr lang="en-US" sz="1200" b="1" dirty="0"/>
              <a:t>Labeling</a:t>
            </a:r>
          </a:p>
        </p:txBody>
      </p:sp>
      <p:sp>
        <p:nvSpPr>
          <p:cNvPr id="46" name="Up Arrow 45"/>
          <p:cNvSpPr/>
          <p:nvPr/>
        </p:nvSpPr>
        <p:spPr>
          <a:xfrm rot="14140798">
            <a:off x="3044726" y="577881"/>
            <a:ext cx="459017" cy="1160148"/>
          </a:xfrm>
          <a:custGeom>
            <a:avLst/>
            <a:gdLst>
              <a:gd name="connsiteX0" fmla="*/ 0 w 459017"/>
              <a:gd name="connsiteY0" fmla="*/ 290140 h 1098201"/>
              <a:gd name="connsiteX1" fmla="*/ 229509 w 459017"/>
              <a:gd name="connsiteY1" fmla="*/ 0 h 1098201"/>
              <a:gd name="connsiteX2" fmla="*/ 459017 w 459017"/>
              <a:gd name="connsiteY2" fmla="*/ 290140 h 1098201"/>
              <a:gd name="connsiteX3" fmla="*/ 344263 w 459017"/>
              <a:gd name="connsiteY3" fmla="*/ 290140 h 1098201"/>
              <a:gd name="connsiteX4" fmla="*/ 344263 w 459017"/>
              <a:gd name="connsiteY4" fmla="*/ 1098201 h 1098201"/>
              <a:gd name="connsiteX5" fmla="*/ 114754 w 459017"/>
              <a:gd name="connsiteY5" fmla="*/ 1098201 h 1098201"/>
              <a:gd name="connsiteX6" fmla="*/ 114754 w 459017"/>
              <a:gd name="connsiteY6" fmla="*/ 290140 h 1098201"/>
              <a:gd name="connsiteX7" fmla="*/ 0 w 459017"/>
              <a:gd name="connsiteY7" fmla="*/ 290140 h 1098201"/>
              <a:gd name="connsiteX0" fmla="*/ 0 w 459017"/>
              <a:gd name="connsiteY0" fmla="*/ 290140 h 1098201"/>
              <a:gd name="connsiteX1" fmla="*/ 229509 w 459017"/>
              <a:gd name="connsiteY1" fmla="*/ 0 h 1098201"/>
              <a:gd name="connsiteX2" fmla="*/ 459017 w 459017"/>
              <a:gd name="connsiteY2" fmla="*/ 290140 h 1098201"/>
              <a:gd name="connsiteX3" fmla="*/ 344263 w 459017"/>
              <a:gd name="connsiteY3" fmla="*/ 290140 h 1098201"/>
              <a:gd name="connsiteX4" fmla="*/ 114754 w 459017"/>
              <a:gd name="connsiteY4" fmla="*/ 1098201 h 1098201"/>
              <a:gd name="connsiteX5" fmla="*/ 114754 w 459017"/>
              <a:gd name="connsiteY5" fmla="*/ 290140 h 1098201"/>
              <a:gd name="connsiteX6" fmla="*/ 0 w 459017"/>
              <a:gd name="connsiteY6" fmla="*/ 290140 h 1098201"/>
              <a:gd name="connsiteX0" fmla="*/ 0 w 459017"/>
              <a:gd name="connsiteY0" fmla="*/ 290140 h 1160148"/>
              <a:gd name="connsiteX1" fmla="*/ 229509 w 459017"/>
              <a:gd name="connsiteY1" fmla="*/ 0 h 1160148"/>
              <a:gd name="connsiteX2" fmla="*/ 459017 w 459017"/>
              <a:gd name="connsiteY2" fmla="*/ 290140 h 1160148"/>
              <a:gd name="connsiteX3" fmla="*/ 344263 w 459017"/>
              <a:gd name="connsiteY3" fmla="*/ 290140 h 1160148"/>
              <a:gd name="connsiteX4" fmla="*/ 222391 w 459017"/>
              <a:gd name="connsiteY4" fmla="*/ 1160148 h 1160148"/>
              <a:gd name="connsiteX5" fmla="*/ 114754 w 459017"/>
              <a:gd name="connsiteY5" fmla="*/ 290140 h 1160148"/>
              <a:gd name="connsiteX6" fmla="*/ 0 w 459017"/>
              <a:gd name="connsiteY6" fmla="*/ 290140 h 116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017" h="1160148">
                <a:moveTo>
                  <a:pt x="0" y="290140"/>
                </a:moveTo>
                <a:lnTo>
                  <a:pt x="229509" y="0"/>
                </a:lnTo>
                <a:lnTo>
                  <a:pt x="459017" y="290140"/>
                </a:lnTo>
                <a:lnTo>
                  <a:pt x="344263" y="290140"/>
                </a:lnTo>
                <a:lnTo>
                  <a:pt x="222391" y="1160148"/>
                </a:lnTo>
                <a:lnTo>
                  <a:pt x="114754" y="290140"/>
                </a:lnTo>
                <a:lnTo>
                  <a:pt x="0" y="29014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960813" y="4045046"/>
            <a:ext cx="2020889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50" dirty="0"/>
              <a:t>From the </a:t>
            </a:r>
            <a:r>
              <a:rPr lang="en-US" sz="1050" b="1" dirty="0"/>
              <a:t>View</a:t>
            </a:r>
            <a:r>
              <a:rPr lang="en-US" sz="1050" dirty="0"/>
              <a:t> tab, select </a:t>
            </a:r>
            <a:r>
              <a:rPr lang="en-US" sz="1050" b="1" dirty="0"/>
              <a:t>Normal</a:t>
            </a:r>
            <a:r>
              <a:rPr lang="en-US" sz="1050" dirty="0"/>
              <a:t> presentation view</a:t>
            </a:r>
            <a:endParaRPr lang="en-US" sz="1050" b="1" dirty="0"/>
          </a:p>
          <a:p>
            <a:pPr marL="228600" indent="-228600">
              <a:spcBef>
                <a:spcPts val="1000"/>
              </a:spcBef>
              <a:buFont typeface="+mj-lt"/>
              <a:buAutoNum type="arabicPeriod"/>
            </a:pPr>
            <a:r>
              <a:rPr lang="en-US" sz="1050" dirty="0"/>
              <a:t>Select </a:t>
            </a:r>
            <a:r>
              <a:rPr lang="en-US" sz="1050" b="1" dirty="0"/>
              <a:t>Slide Master</a:t>
            </a:r>
            <a:r>
              <a:rPr lang="en-US" sz="1050" dirty="0"/>
              <a:t> view.  This will take you to the current </a:t>
            </a:r>
            <a:r>
              <a:rPr lang="en-US" sz="1050" b="1" dirty="0"/>
              <a:t>slide layout</a:t>
            </a:r>
          </a:p>
          <a:p>
            <a:pPr marL="228600" indent="-228600">
              <a:spcBef>
                <a:spcPts val="1000"/>
              </a:spcBef>
              <a:buFont typeface="+mj-lt"/>
              <a:buAutoNum type="arabicPeriod"/>
            </a:pPr>
            <a:r>
              <a:rPr lang="en-US" sz="1050" dirty="0"/>
              <a:t>On the left hand panel, scroll up and click on the </a:t>
            </a:r>
            <a:r>
              <a:rPr lang="en-US" sz="1050" b="1" dirty="0"/>
              <a:t>Slide Master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65838" y="4045046"/>
            <a:ext cx="2020889" cy="18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1000"/>
              </a:spcBef>
              <a:buFont typeface="+mj-lt"/>
              <a:buAutoNum type="arabicPeriod" startAt="4"/>
            </a:pPr>
            <a:r>
              <a:rPr lang="en-US" sz="1050" dirty="0"/>
              <a:t>Modify the IP labeling.  This will change the IP labeling on the all associated slide layouts EXCEPT the title pages</a:t>
            </a:r>
          </a:p>
          <a:p>
            <a:pPr marL="228600" indent="-228600">
              <a:spcBef>
                <a:spcPts val="1000"/>
              </a:spcBef>
              <a:buFont typeface="+mj-lt"/>
              <a:buAutoNum type="arabicPeriod" startAt="4"/>
            </a:pPr>
            <a:r>
              <a:rPr lang="en-US" sz="1050" dirty="0"/>
              <a:t>From the </a:t>
            </a:r>
            <a:r>
              <a:rPr lang="en-US" sz="1050" b="1" dirty="0"/>
              <a:t>View</a:t>
            </a:r>
            <a:r>
              <a:rPr lang="en-US" sz="1050" dirty="0"/>
              <a:t> tab, select the </a:t>
            </a:r>
            <a:r>
              <a:rPr lang="en-US" sz="1050" b="1" dirty="0"/>
              <a:t>slide layout</a:t>
            </a:r>
            <a:r>
              <a:rPr lang="en-US" sz="1050" dirty="0"/>
              <a:t> for the title page in your presentation and modify the IP labeling</a:t>
            </a:r>
          </a:p>
        </p:txBody>
      </p:sp>
    </p:spTree>
    <p:extLst>
      <p:ext uri="{BB962C8B-B14F-4D97-AF65-F5344CB8AC3E}">
        <p14:creationId xmlns:p14="http://schemas.microsoft.com/office/powerpoint/2010/main" val="306422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Characters and Scientific Notations</a:t>
            </a:r>
            <a:endParaRPr lang="en-US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90450" y="1146175"/>
            <a:ext cx="4054477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/>
          <a:lstStyle/>
          <a:p>
            <a:pPr marL="346075" indent="-346075">
              <a:spcBef>
                <a:spcPct val="60000"/>
              </a:spcBef>
              <a:tabLst>
                <a:tab pos="1485900" algn="l"/>
                <a:tab pos="1833563" algn="l"/>
              </a:tabLst>
            </a:pPr>
            <a:r>
              <a:rPr lang="en-US" sz="1600" b="1"/>
              <a:t>Arial text font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•	Alt+0149	°	Alt+0176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±	Alt+0177	Å	Alt+0197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µ	Alt+0181	ß 	Alt+0223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¼ 	Alt+0188	½ 	Alt+0189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¾ 	Alt+0190	—	Alt+0151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–	Alt+0150	£ 	Alt+0163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™ 	Alt+0153	® 	Alt+0174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¹ 	Alt+0185	² 	Alt+0178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³	Alt+0179	ç 	Alt+0231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é 	Alt+0233	© 	Alt+0169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4431146" y="1146175"/>
            <a:ext cx="3351927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/>
          <a:lstStyle/>
          <a:p>
            <a:pPr marL="290513" indent="-290513">
              <a:spcBef>
                <a:spcPct val="40000"/>
              </a:spcBef>
              <a:tabLst>
                <a:tab pos="1139825" algn="l"/>
                <a:tab pos="1489075" algn="l"/>
              </a:tabLst>
            </a:pPr>
            <a:r>
              <a:rPr lang="en-US" sz="1600" b="1"/>
              <a:t>Symbol text font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a	</a:t>
            </a:r>
            <a:r>
              <a:rPr lang="en-US" sz="1600"/>
              <a:t>Key a	</a:t>
            </a:r>
            <a:r>
              <a:rPr lang="en-US" sz="1600">
                <a:latin typeface="Symbol" pitchFamily="18" charset="2"/>
              </a:rPr>
              <a:t>b	</a:t>
            </a:r>
            <a:r>
              <a:rPr lang="en-US" sz="1600"/>
              <a:t>Key b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c	</a:t>
            </a:r>
            <a:r>
              <a:rPr lang="en-US" sz="1600"/>
              <a:t>Key c	</a:t>
            </a:r>
            <a:r>
              <a:rPr lang="en-US" sz="1600">
                <a:latin typeface="Symbol" pitchFamily="18" charset="2"/>
              </a:rPr>
              <a:t>d	</a:t>
            </a:r>
            <a:r>
              <a:rPr lang="en-US" sz="1600"/>
              <a:t>Key d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e	</a:t>
            </a:r>
            <a:r>
              <a:rPr lang="en-US" sz="1600"/>
              <a:t>Key e	</a:t>
            </a:r>
            <a:r>
              <a:rPr lang="en-US" sz="1600">
                <a:latin typeface="Symbol" pitchFamily="18" charset="2"/>
              </a:rPr>
              <a:t>f	</a:t>
            </a:r>
            <a:r>
              <a:rPr lang="en-US" sz="1600"/>
              <a:t>Key f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g	</a:t>
            </a:r>
            <a:r>
              <a:rPr lang="en-US" sz="1600"/>
              <a:t>Key g	</a:t>
            </a:r>
            <a:r>
              <a:rPr lang="en-US" sz="1600">
                <a:latin typeface="Symbol" pitchFamily="18" charset="2"/>
              </a:rPr>
              <a:t>h	</a:t>
            </a:r>
            <a:r>
              <a:rPr lang="en-US" sz="1600"/>
              <a:t>Key h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i	</a:t>
            </a:r>
            <a:r>
              <a:rPr lang="en-US" sz="1600"/>
              <a:t>Key i	</a:t>
            </a:r>
            <a:r>
              <a:rPr lang="en-US" sz="1600">
                <a:latin typeface="Symbol" pitchFamily="18" charset="2"/>
              </a:rPr>
              <a:t>j	</a:t>
            </a:r>
            <a:r>
              <a:rPr lang="en-US" sz="1600"/>
              <a:t>Key j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k	</a:t>
            </a:r>
            <a:r>
              <a:rPr lang="en-US" sz="1600"/>
              <a:t>Key k	</a:t>
            </a:r>
            <a:r>
              <a:rPr lang="en-US" sz="1600">
                <a:latin typeface="Symbol" pitchFamily="18" charset="2"/>
              </a:rPr>
              <a:t>l	</a:t>
            </a:r>
            <a:r>
              <a:rPr lang="en-US" sz="1600"/>
              <a:t>Key l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m	</a:t>
            </a:r>
            <a:r>
              <a:rPr lang="en-US" sz="1600"/>
              <a:t>Key m	</a:t>
            </a:r>
            <a:r>
              <a:rPr lang="en-US" sz="1600">
                <a:latin typeface="Symbol" pitchFamily="18" charset="2"/>
              </a:rPr>
              <a:t>n	</a:t>
            </a:r>
            <a:r>
              <a:rPr lang="en-US" sz="1600"/>
              <a:t>Key n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p	</a:t>
            </a:r>
            <a:r>
              <a:rPr lang="en-US" sz="1600"/>
              <a:t>Key p	</a:t>
            </a:r>
            <a:r>
              <a:rPr lang="en-US" sz="1600">
                <a:latin typeface="Symbol" pitchFamily="18" charset="2"/>
              </a:rPr>
              <a:t>q	</a:t>
            </a:r>
            <a:r>
              <a:rPr lang="en-US" sz="1600"/>
              <a:t>Key q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r	</a:t>
            </a:r>
            <a:r>
              <a:rPr lang="en-US" sz="1600"/>
              <a:t>Key r 	</a:t>
            </a:r>
            <a:r>
              <a:rPr lang="en-US" sz="1600">
                <a:latin typeface="Symbol" pitchFamily="18" charset="2"/>
              </a:rPr>
              <a:t>s	</a:t>
            </a:r>
            <a:r>
              <a:rPr lang="en-US" sz="1600"/>
              <a:t>Key s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t	</a:t>
            </a:r>
            <a:r>
              <a:rPr lang="en-US" sz="1600"/>
              <a:t>Key t	</a:t>
            </a:r>
            <a:r>
              <a:rPr lang="en-US" sz="1600">
                <a:latin typeface="Symbol" pitchFamily="18" charset="2"/>
              </a:rPr>
              <a:t>u	</a:t>
            </a:r>
            <a:r>
              <a:rPr lang="en-US" sz="1600"/>
              <a:t>Key u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w	</a:t>
            </a:r>
            <a:r>
              <a:rPr lang="en-US" sz="1600"/>
              <a:t>Key w	</a:t>
            </a:r>
            <a:r>
              <a:rPr lang="en-US" sz="1600">
                <a:latin typeface="Symbol" pitchFamily="18" charset="2"/>
              </a:rPr>
              <a:t>x	</a:t>
            </a:r>
            <a:r>
              <a:rPr lang="en-US" sz="1600"/>
              <a:t>Key x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S	</a:t>
            </a:r>
            <a:r>
              <a:rPr lang="en-US" sz="1600"/>
              <a:t>Key S	</a:t>
            </a:r>
            <a:r>
              <a:rPr lang="en-US" sz="1600">
                <a:latin typeface="Symbol" pitchFamily="18" charset="2"/>
              </a:rPr>
              <a:t>W	</a:t>
            </a:r>
            <a:r>
              <a:rPr lang="en-US" sz="1600"/>
              <a:t>Key W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8022195" y="1146175"/>
            <a:ext cx="3743408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/>
          <a:lstStyle/>
          <a:p>
            <a:pPr marL="288925" indent="-288925" eaLnBrk="0" hangingPunct="0">
              <a:buClr>
                <a:schemeClr val="tx1"/>
              </a:buClr>
              <a:buSzPct val="120000"/>
              <a:tabLst>
                <a:tab pos="1371600" algn="l"/>
                <a:tab pos="1717675" algn="l"/>
              </a:tabLst>
            </a:pPr>
            <a:r>
              <a:rPr lang="en-US" sz="1600" b="1"/>
              <a:t>Windings text font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Wingdings" pitchFamily="2" charset="2"/>
              </a:rPr>
              <a:t>n	</a:t>
            </a:r>
            <a:r>
              <a:rPr lang="en-US" sz="1600"/>
              <a:t>Key n	 </a:t>
            </a:r>
            <a:r>
              <a:rPr lang="en-US" sz="1600">
                <a:latin typeface="Wingdings" pitchFamily="2" charset="2"/>
              </a:rPr>
              <a:t>x	</a:t>
            </a:r>
            <a:r>
              <a:rPr lang="en-US" sz="1600"/>
              <a:t>Alt+0253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Wingdings" pitchFamily="2" charset="2"/>
              </a:rPr>
              <a:t>ü</a:t>
            </a:r>
            <a:r>
              <a:rPr lang="en-US" sz="1600"/>
              <a:t>	Alt+0252	 </a:t>
            </a:r>
            <a:r>
              <a:rPr lang="en-US" sz="1600">
                <a:latin typeface="Wingdings" pitchFamily="2" charset="2"/>
              </a:rPr>
              <a:t>þ</a:t>
            </a:r>
            <a:r>
              <a:rPr lang="en-US" sz="1600"/>
              <a:t>	Alt+0254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Wingdings" pitchFamily="2" charset="2"/>
              </a:rPr>
              <a:t>¡</a:t>
            </a:r>
            <a:r>
              <a:rPr lang="en-US" sz="1600"/>
              <a:t>	Alt+0161 	 </a:t>
            </a:r>
            <a:r>
              <a:rPr lang="en-US" sz="1600">
                <a:latin typeface="Wingdings" pitchFamily="2" charset="2"/>
              </a:rPr>
              <a:t>û	</a:t>
            </a:r>
            <a:r>
              <a:rPr lang="en-US" sz="1600"/>
              <a:t>Alt+0251</a:t>
            </a:r>
          </a:p>
          <a:p>
            <a:pPr marL="288925" indent="-288925" eaLnBrk="0" hangingPunct="0">
              <a:spcBef>
                <a:spcPct val="150000"/>
              </a:spcBef>
              <a:buClr>
                <a:schemeClr val="tx1"/>
              </a:buClr>
              <a:buSzPct val="120000"/>
              <a:tabLst>
                <a:tab pos="1371600" algn="l"/>
                <a:tab pos="1717675" algn="l"/>
              </a:tabLst>
            </a:pPr>
            <a:r>
              <a:rPr lang="en-US" sz="1600" b="1"/>
              <a:t>More Symbol font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¬</a:t>
            </a:r>
            <a:r>
              <a:rPr lang="en-US" sz="1600"/>
              <a:t>	Alt+0172	 </a:t>
            </a:r>
            <a:r>
              <a:rPr lang="en-US" sz="1600">
                <a:latin typeface="Symbol" pitchFamily="18" charset="2"/>
              </a:rPr>
              <a:t>®</a:t>
            </a:r>
            <a:r>
              <a:rPr lang="en-US" sz="1600"/>
              <a:t>	Alt+0174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­	</a:t>
            </a:r>
            <a:r>
              <a:rPr lang="en-US" sz="1600"/>
              <a:t>Alt+0173 	 </a:t>
            </a:r>
            <a:r>
              <a:rPr lang="en-US" sz="1600">
                <a:latin typeface="Symbol" pitchFamily="18" charset="2"/>
              </a:rPr>
              <a:t>¯</a:t>
            </a:r>
            <a:r>
              <a:rPr lang="en-US" sz="1600"/>
              <a:t>	Alt+0175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¸	</a:t>
            </a:r>
            <a:r>
              <a:rPr lang="en-US" sz="1600"/>
              <a:t>Alt+0184 	 </a:t>
            </a:r>
            <a:r>
              <a:rPr lang="en-US" sz="1600">
                <a:latin typeface="Symbol" pitchFamily="18" charset="2"/>
              </a:rPr>
              <a:t>±</a:t>
            </a:r>
            <a:r>
              <a:rPr lang="en-US" sz="1600"/>
              <a:t>	Alt+0177 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£</a:t>
            </a:r>
            <a:r>
              <a:rPr lang="en-US" sz="1600"/>
              <a:t>	Alt+0163 	 </a:t>
            </a:r>
            <a:r>
              <a:rPr lang="en-US" sz="1600">
                <a:latin typeface="Symbol" pitchFamily="18" charset="2"/>
              </a:rPr>
              <a:t>³	</a:t>
            </a:r>
            <a:r>
              <a:rPr lang="en-US" sz="1600"/>
              <a:t>Alt+0179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¹</a:t>
            </a:r>
            <a:r>
              <a:rPr lang="en-US" sz="1600"/>
              <a:t>	Alt+0185 	 </a:t>
            </a:r>
            <a:r>
              <a:rPr lang="en-US" sz="1600">
                <a:latin typeface="Symbol" pitchFamily="18" charset="2"/>
              </a:rPr>
              <a:t>»</a:t>
            </a:r>
            <a:r>
              <a:rPr lang="en-US" sz="1600"/>
              <a:t>	Alt+0187 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@	</a:t>
            </a:r>
            <a:r>
              <a:rPr lang="en-US" sz="1600"/>
              <a:t>Key @	 </a:t>
            </a:r>
            <a:r>
              <a:rPr lang="en-US" sz="1600">
                <a:latin typeface="Symbol" pitchFamily="18" charset="2"/>
              </a:rPr>
              <a:t>å</a:t>
            </a:r>
            <a:r>
              <a:rPr lang="en-US" sz="1600"/>
              <a:t>	Alt+0229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2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35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7ecff2cc8de27b44b8498a86b735ae574781a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pplied_16x9_White">
  <a:themeElements>
    <a:clrScheme name="Custom 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347DA2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  <a:extLst>
    <a:ext uri="{05A4C25C-085E-4340-85A3-A5531E510DB2}">
      <thm15:themeFamily xmlns:thm15="http://schemas.microsoft.com/office/thememl/2012/main" name="blank.potx" id="{3E22E3E8-69D6-43F4-960F-4889AF09DCC6}" vid="{CE118A51-0E12-4568-ACAB-824262AD4220}"/>
    </a:ext>
  </a:extLst>
</a:theme>
</file>

<file path=ppt/theme/theme2.xml><?xml version="1.0" encoding="utf-8"?>
<a:theme xmlns:a="http://schemas.openxmlformats.org/drawingml/2006/main" name="Office Theme">
  <a:themeElements>
    <a:clrScheme name="AMAT 202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0077A0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</a:theme>
</file>

<file path=ppt/theme/theme3.xml><?xml version="1.0" encoding="utf-8"?>
<a:theme xmlns:a="http://schemas.openxmlformats.org/drawingml/2006/main" name="Office Theme">
  <a:themeElements>
    <a:clrScheme name="AMAT 202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0077A0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</TotalTime>
  <Words>701</Words>
  <Application>Microsoft Office PowerPoint</Application>
  <PresentationFormat>Custom</PresentationFormat>
  <Paragraphs>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Helvetica</vt:lpstr>
      <vt:lpstr>Symbol</vt:lpstr>
      <vt:lpstr>Wingdings</vt:lpstr>
      <vt:lpstr>Applied_16x9_White</vt:lpstr>
      <vt:lpstr>Presentation Title Goes Here</vt:lpstr>
      <vt:lpstr>This is a test push with VPN </vt:lpstr>
      <vt:lpstr>PowerPoint Presentation</vt:lpstr>
      <vt:lpstr>Special Characters and Scientific Notations</vt:lpstr>
      <vt:lpstr>PowerPoint Presentation</vt:lpstr>
    </vt:vector>
  </TitlesOfParts>
  <Company>Applied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Sathvik Ns</dc:creator>
  <cp:lastModifiedBy>Sathvik Ns</cp:lastModifiedBy>
  <cp:revision>1</cp:revision>
  <dcterms:created xsi:type="dcterms:W3CDTF">2026-03-27T13:56:03Z</dcterms:created>
  <dcterms:modified xsi:type="dcterms:W3CDTF">2026-03-27T13:57:36Z</dcterms:modified>
</cp:coreProperties>
</file>